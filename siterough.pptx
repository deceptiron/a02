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186" y="108"/>
      </p:cViewPr>
      <p:guideLst>
        <p:guide orient="horz" pos="2160"/>
        <p:guide pos="3864"/>
      </p:guideLst>
    </p:cSldViewPr>
  </p:slideViewPr>
  <p:notesTextViewPr>
    <p:cViewPr>
      <p:scale>
        <a:sx n="1" d="1"/>
        <a:sy n="1" d="1"/>
      </p:scale>
      <p:origin x="0" y="0"/>
    </p:cViewPr>
  </p:notesText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ald Narine" userId="d8d84a4a-dbcb-419e-9eec-2087d612fca8" providerId="ADAL" clId="{751C7BF8-A92C-42AA-AAC8-DBA632A4FC0F}"/>
    <pc:docChg chg="modSld">
      <pc:chgData name="Ronald Narine" userId="d8d84a4a-dbcb-419e-9eec-2087d612fca8" providerId="ADAL" clId="{751C7BF8-A92C-42AA-AAC8-DBA632A4FC0F}" dt="2026-02-02T16:41:49.940" v="20" actId="14100"/>
      <pc:docMkLst>
        <pc:docMk/>
      </pc:docMkLst>
      <pc:sldChg chg="modSp mod">
        <pc:chgData name="Ronald Narine" userId="d8d84a4a-dbcb-419e-9eec-2087d612fca8" providerId="ADAL" clId="{751C7BF8-A92C-42AA-AAC8-DBA632A4FC0F}" dt="2026-02-02T16:41:49.940" v="20" actId="14100"/>
        <pc:sldMkLst>
          <pc:docMk/>
          <pc:sldMk cId="2414566495" sldId="256"/>
        </pc:sldMkLst>
        <pc:spChg chg="mod">
          <ac:chgData name="Ronald Narine" userId="d8d84a4a-dbcb-419e-9eec-2087d612fca8" providerId="ADAL" clId="{751C7BF8-A92C-42AA-AAC8-DBA632A4FC0F}" dt="2026-02-02T16:41:49.940" v="20" actId="14100"/>
          <ac:spMkLst>
            <pc:docMk/>
            <pc:sldMk cId="2414566495" sldId="256"/>
            <ac:spMk id="4" creationId="{F7CAC8A1-346D-29FA-D5B9-045EC596E030}"/>
          </ac:spMkLst>
        </pc:spChg>
        <pc:spChg chg="mod">
          <ac:chgData name="Ronald Narine" userId="d8d84a4a-dbcb-419e-9eec-2087d612fca8" providerId="ADAL" clId="{751C7BF8-A92C-42AA-AAC8-DBA632A4FC0F}" dt="2026-02-02T16:36:37.368" v="15" actId="1035"/>
          <ac:spMkLst>
            <pc:docMk/>
            <pc:sldMk cId="2414566495" sldId="256"/>
            <ac:spMk id="12" creationId="{F272AB70-5EF7-4024-83CE-182663D1EE12}"/>
          </ac:spMkLst>
        </pc:spChg>
      </pc:sldChg>
      <pc:sldChg chg="modSp mod">
        <pc:chgData name="Ronald Narine" userId="d8d84a4a-dbcb-419e-9eec-2087d612fca8" providerId="ADAL" clId="{751C7BF8-A92C-42AA-AAC8-DBA632A4FC0F}" dt="2026-02-02T16:35:27.906" v="13" actId="20577"/>
        <pc:sldMkLst>
          <pc:docMk/>
          <pc:sldMk cId="1951096440" sldId="262"/>
        </pc:sldMkLst>
        <pc:spChg chg="mod">
          <ac:chgData name="Ronald Narine" userId="d8d84a4a-dbcb-419e-9eec-2087d612fca8" providerId="ADAL" clId="{751C7BF8-A92C-42AA-AAC8-DBA632A4FC0F}" dt="2026-02-02T16:35:27.906" v="13" actId="20577"/>
          <ac:spMkLst>
            <pc:docMk/>
            <pc:sldMk cId="1951096440" sldId="262"/>
            <ac:spMk id="5" creationId="{1E4AE3E1-B1BD-F178-9C81-26BCA92C7D3D}"/>
          </ac:spMkLst>
        </pc:spChg>
      </pc:sldChg>
    </pc:docChg>
  </pc:docChgLst>
  <pc:docChgLst>
    <pc:chgData name="Ronald Narine" userId="d8d84a4a-dbcb-419e-9eec-2087d612fca8" providerId="ADAL" clId="{CA6088B6-2D92-42D5-860E-CFE1EB929812}"/>
    <pc:docChg chg="modSld">
      <pc:chgData name="Ronald Narine" userId="d8d84a4a-dbcb-419e-9eec-2087d612fca8" providerId="ADAL" clId="{CA6088B6-2D92-42D5-860E-CFE1EB929812}" dt="2026-02-05T14:29:56.693" v="8"/>
      <pc:docMkLst>
        <pc:docMk/>
      </pc:docMkLst>
      <pc:sldChg chg="setBg">
        <pc:chgData name="Ronald Narine" userId="d8d84a4a-dbcb-419e-9eec-2087d612fca8" providerId="ADAL" clId="{CA6088B6-2D92-42D5-860E-CFE1EB929812}" dt="2026-02-05T14:29:21.185" v="2"/>
        <pc:sldMkLst>
          <pc:docMk/>
          <pc:sldMk cId="2414566495" sldId="256"/>
        </pc:sldMkLst>
      </pc:sldChg>
      <pc:sldChg chg="setBg">
        <pc:chgData name="Ronald Narine" userId="d8d84a4a-dbcb-419e-9eec-2087d612fca8" providerId="ADAL" clId="{CA6088B6-2D92-42D5-860E-CFE1EB929812}" dt="2026-02-05T14:29:32.075" v="3"/>
        <pc:sldMkLst>
          <pc:docMk/>
          <pc:sldMk cId="1429978237" sldId="257"/>
        </pc:sldMkLst>
      </pc:sldChg>
      <pc:sldChg chg="setBg">
        <pc:chgData name="Ronald Narine" userId="d8d84a4a-dbcb-419e-9eec-2087d612fca8" providerId="ADAL" clId="{CA6088B6-2D92-42D5-860E-CFE1EB929812}" dt="2026-02-05T14:29:36.162" v="4"/>
        <pc:sldMkLst>
          <pc:docMk/>
          <pc:sldMk cId="3165427131" sldId="258"/>
        </pc:sldMkLst>
      </pc:sldChg>
      <pc:sldChg chg="setBg">
        <pc:chgData name="Ronald Narine" userId="d8d84a4a-dbcb-419e-9eec-2087d612fca8" providerId="ADAL" clId="{CA6088B6-2D92-42D5-860E-CFE1EB929812}" dt="2026-02-05T14:29:40.977" v="5"/>
        <pc:sldMkLst>
          <pc:docMk/>
          <pc:sldMk cId="3952496183" sldId="259"/>
        </pc:sldMkLst>
      </pc:sldChg>
      <pc:sldChg chg="setBg">
        <pc:chgData name="Ronald Narine" userId="d8d84a4a-dbcb-419e-9eec-2087d612fca8" providerId="ADAL" clId="{CA6088B6-2D92-42D5-860E-CFE1EB929812}" dt="2026-02-05T14:29:45.250" v="6"/>
        <pc:sldMkLst>
          <pc:docMk/>
          <pc:sldMk cId="982582930" sldId="260"/>
        </pc:sldMkLst>
      </pc:sldChg>
      <pc:sldChg chg="setBg">
        <pc:chgData name="Ronald Narine" userId="d8d84a4a-dbcb-419e-9eec-2087d612fca8" providerId="ADAL" clId="{CA6088B6-2D92-42D5-860E-CFE1EB929812}" dt="2026-02-05T14:29:50.618" v="7"/>
        <pc:sldMkLst>
          <pc:docMk/>
          <pc:sldMk cId="1457501117" sldId="261"/>
        </pc:sldMkLst>
      </pc:sldChg>
      <pc:sldChg chg="setBg">
        <pc:chgData name="Ronald Narine" userId="d8d84a4a-dbcb-419e-9eec-2087d612fca8" providerId="ADAL" clId="{CA6088B6-2D92-42D5-860E-CFE1EB929812}" dt="2026-02-05T14:29:56.693" v="8"/>
        <pc:sldMkLst>
          <pc:docMk/>
          <pc:sldMk cId="1951096440" sldId="262"/>
        </pc:sldMkLst>
      </pc:sldChg>
      <pc:sldChg chg="setBg">
        <pc:chgData name="Ronald Narine" userId="d8d84a4a-dbcb-419e-9eec-2087d612fca8" providerId="ADAL" clId="{CA6088B6-2D92-42D5-860E-CFE1EB929812}" dt="2026-02-05T14:29:07.263" v="1"/>
        <pc:sldMkLst>
          <pc:docMk/>
          <pc:sldMk cId="2025302216"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DAE34-1783-E5EC-6610-BB8D191FDC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ABA4C6-CC9B-1AAA-B84F-C4D8E07898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77F6F9-C6EC-64BB-60EE-D103F2F36E27}"/>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5" name="Footer Placeholder 4">
            <a:extLst>
              <a:ext uri="{FF2B5EF4-FFF2-40B4-BE49-F238E27FC236}">
                <a16:creationId xmlns:a16="http://schemas.microsoft.com/office/drawing/2014/main" id="{D8844933-5A3F-2643-DD10-34826FD08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2433E-BC1F-9F56-73B8-A8CA8F6B8880}"/>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2177736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258C7-2AF1-AC46-0396-558710E9D4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CDAAB-F3D8-3C38-EB52-8E11896DC5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D86429-6833-2A3C-AC12-AB01A748FCFE}"/>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5" name="Footer Placeholder 4">
            <a:extLst>
              <a:ext uri="{FF2B5EF4-FFF2-40B4-BE49-F238E27FC236}">
                <a16:creationId xmlns:a16="http://schemas.microsoft.com/office/drawing/2014/main" id="{146D9485-7002-4C94-46C2-D60EF65B2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D98742-1E02-E559-8BDB-62031B9F84C0}"/>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2079456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9D2C-C423-56D2-94B8-25ABD35107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C68FC8-C22D-3BF0-0ED3-E291A421C4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6429C0-436E-7E61-9470-FB0B25E53954}"/>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5" name="Footer Placeholder 4">
            <a:extLst>
              <a:ext uri="{FF2B5EF4-FFF2-40B4-BE49-F238E27FC236}">
                <a16:creationId xmlns:a16="http://schemas.microsoft.com/office/drawing/2014/main" id="{1E75DFA7-9E94-D69C-0770-8F95EDDE82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FB08E-ACDE-C996-DAB8-E61B5559292D}"/>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205543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4C330-A48F-A498-FE42-C7E6CB91E0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3B2AC2-43D7-8A95-297F-6A6A480687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0B36FB-C719-D9F0-111B-DB8102B253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584C1D-A392-B8A9-FBB0-DE83E433051B}"/>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6" name="Footer Placeholder 5">
            <a:extLst>
              <a:ext uri="{FF2B5EF4-FFF2-40B4-BE49-F238E27FC236}">
                <a16:creationId xmlns:a16="http://schemas.microsoft.com/office/drawing/2014/main" id="{35C43118-AE5A-DCDB-A039-109D9AD088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F5DEC2-3515-239E-2611-FE1C82FE7FD2}"/>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1217401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3A868-75EF-A169-1E67-29FE3593FD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D61FAE-5B27-217D-C041-2F24183260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DA1951-C9B1-43BC-775F-FE03B3E4B1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BB3163-2C87-2EEF-E174-FCC59CECE1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893B23-423A-25F4-A0B2-4B149FD2E0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D4B3E9-294A-7750-4E9F-E62521E42463}"/>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8" name="Footer Placeholder 7">
            <a:extLst>
              <a:ext uri="{FF2B5EF4-FFF2-40B4-BE49-F238E27FC236}">
                <a16:creationId xmlns:a16="http://schemas.microsoft.com/office/drawing/2014/main" id="{625F91CC-B2F6-C341-D4D9-DC6C27AF2A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F35145-2E8A-AE07-ADB7-8F2A8CDD72CB}"/>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2593428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AD74A-A0E0-A8DA-F323-77C1FBF1D8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8331B1-E82E-0F27-816E-8B6020DAEA43}"/>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4" name="Footer Placeholder 3">
            <a:extLst>
              <a:ext uri="{FF2B5EF4-FFF2-40B4-BE49-F238E27FC236}">
                <a16:creationId xmlns:a16="http://schemas.microsoft.com/office/drawing/2014/main" id="{EB5CB29E-D1F7-EA2F-E756-60470C31F3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86EB63-2568-5BFC-F239-DED7E2EE8133}"/>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306200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62DC06-529C-2686-BAE5-6A7648B268EA}"/>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3" name="Footer Placeholder 2">
            <a:extLst>
              <a:ext uri="{FF2B5EF4-FFF2-40B4-BE49-F238E27FC236}">
                <a16:creationId xmlns:a16="http://schemas.microsoft.com/office/drawing/2014/main" id="{73EDC5AC-2C2B-F0A3-7EEA-88AA527C53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C63397-4687-5EC9-844A-E25024C29F2C}"/>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1386400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3000C-4A52-D16F-3BAA-5B7448A449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82D654-5B53-3B7D-8AD4-CB50844BB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62EB50-4D08-A54A-C88F-B7AA80501E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4CB54-4E8E-F1B1-B3A8-FC72DE9CA500}"/>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6" name="Footer Placeholder 5">
            <a:extLst>
              <a:ext uri="{FF2B5EF4-FFF2-40B4-BE49-F238E27FC236}">
                <a16:creationId xmlns:a16="http://schemas.microsoft.com/office/drawing/2014/main" id="{D6E43EE2-00ED-8AF6-9839-DA9E9BB750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19E244-416E-A7F4-71BA-FB39821A10F0}"/>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3192609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A4351-DDB5-B3B6-89D4-0CBDF4D579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59248D-381E-29FA-1AFE-D64F6E5419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BF0861-E502-FC40-3332-E0BBCDEB6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22C90C-7F08-131D-B283-8F29C0977449}"/>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6" name="Footer Placeholder 5">
            <a:extLst>
              <a:ext uri="{FF2B5EF4-FFF2-40B4-BE49-F238E27FC236}">
                <a16:creationId xmlns:a16="http://schemas.microsoft.com/office/drawing/2014/main" id="{28568ABA-7D02-7395-10DF-906DB76246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739DC-91BE-CAED-F24A-CBE14C46982D}"/>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2626754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0E4F8-89F4-9FCD-30E2-B8AFBA6142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F01E2A-9B6F-8F42-A0B2-1A98BDEB9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7A392B-CA81-E6C9-01A1-F7DD9BF2C06B}"/>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5" name="Footer Placeholder 4">
            <a:extLst>
              <a:ext uri="{FF2B5EF4-FFF2-40B4-BE49-F238E27FC236}">
                <a16:creationId xmlns:a16="http://schemas.microsoft.com/office/drawing/2014/main" id="{BFFDDD1A-5425-FB99-F9EE-0CA6D6D3F3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0118E-5CB1-BB8D-2529-F9337E35B749}"/>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697976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72DC65-EAE5-AEDB-C91F-AD826CACFE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27AC6D-8357-A2B2-22E5-45CB7462BD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50C69F-45BF-6482-E2AF-E0244146D85E}"/>
              </a:ext>
            </a:extLst>
          </p:cNvPr>
          <p:cNvSpPr>
            <a:spLocks noGrp="1"/>
          </p:cNvSpPr>
          <p:nvPr>
            <p:ph type="dt" sz="half" idx="10"/>
          </p:nvPr>
        </p:nvSpPr>
        <p:spPr/>
        <p:txBody>
          <a:bodyPr/>
          <a:lstStyle/>
          <a:p>
            <a:fld id="{68DF2B68-E502-4729-8071-1F563D0E664F}" type="datetimeFigureOut">
              <a:rPr lang="en-US" smtClean="0"/>
              <a:t>2/5/2026</a:t>
            </a:fld>
            <a:endParaRPr lang="en-US"/>
          </a:p>
        </p:txBody>
      </p:sp>
      <p:sp>
        <p:nvSpPr>
          <p:cNvPr id="5" name="Footer Placeholder 4">
            <a:extLst>
              <a:ext uri="{FF2B5EF4-FFF2-40B4-BE49-F238E27FC236}">
                <a16:creationId xmlns:a16="http://schemas.microsoft.com/office/drawing/2014/main" id="{958E404F-F2AC-4F7B-50F1-DF46704B45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167ED9-379C-E75A-FDD7-25EED10B2210}"/>
              </a:ext>
            </a:extLst>
          </p:cNvPr>
          <p:cNvSpPr>
            <a:spLocks noGrp="1"/>
          </p:cNvSpPr>
          <p:nvPr>
            <p:ph type="sldNum" sz="quarter" idx="12"/>
          </p:nvPr>
        </p:nvSpPr>
        <p:spPr/>
        <p:txBody>
          <a:bodyPr/>
          <a:lstStyle/>
          <a:p>
            <a:fld id="{BB711450-DFCC-453C-888B-830568EE887B}" type="slidenum">
              <a:rPr lang="en-US" smtClean="0"/>
              <a:t>‹#›</a:t>
            </a:fld>
            <a:endParaRPr lang="en-US"/>
          </a:p>
        </p:txBody>
      </p:sp>
    </p:spTree>
    <p:extLst>
      <p:ext uri="{BB962C8B-B14F-4D97-AF65-F5344CB8AC3E}">
        <p14:creationId xmlns:p14="http://schemas.microsoft.com/office/powerpoint/2010/main" val="638969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4016FD-1A5E-34B6-AC70-FC4CE79BCE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A6768C-12BF-92FF-93D6-493EF13EB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4C472B-30AE-B702-0279-4A7A1BE29F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DF2B68-E502-4729-8071-1F563D0E664F}" type="datetimeFigureOut">
              <a:rPr lang="en-US" smtClean="0"/>
              <a:t>2/5/2026</a:t>
            </a:fld>
            <a:endParaRPr lang="en-US"/>
          </a:p>
        </p:txBody>
      </p:sp>
      <p:sp>
        <p:nvSpPr>
          <p:cNvPr id="5" name="Footer Placeholder 4">
            <a:extLst>
              <a:ext uri="{FF2B5EF4-FFF2-40B4-BE49-F238E27FC236}">
                <a16:creationId xmlns:a16="http://schemas.microsoft.com/office/drawing/2014/main" id="{772931C5-9352-0C81-B074-D25A36B27D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B4D29F-5007-E196-24F5-CD0D43A0A8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711450-DFCC-453C-888B-830568EE887B}" type="slidenum">
              <a:rPr lang="en-US" smtClean="0"/>
              <a:t>‹#›</a:t>
            </a:fld>
            <a:endParaRPr lang="en-US"/>
          </a:p>
        </p:txBody>
      </p:sp>
    </p:spTree>
    <p:extLst>
      <p:ext uri="{BB962C8B-B14F-4D97-AF65-F5344CB8AC3E}">
        <p14:creationId xmlns:p14="http://schemas.microsoft.com/office/powerpoint/2010/main" val="2487169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9"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ABDC2-3842-58C5-B0F5-712EFBAC3703}"/>
              </a:ext>
            </a:extLst>
          </p:cNvPr>
          <p:cNvSpPr>
            <a:spLocks noGrp="1"/>
          </p:cNvSpPr>
          <p:nvPr>
            <p:ph idx="1"/>
          </p:nvPr>
        </p:nvSpPr>
        <p:spPr>
          <a:xfrm>
            <a:off x="838200" y="663574"/>
            <a:ext cx="10515600" cy="4784725"/>
          </a:xfrm>
        </p:spPr>
        <p:txBody>
          <a:bodyPr>
            <a:normAutofit/>
          </a:bodyPr>
          <a:lstStyle/>
          <a:p>
            <a:pPr marL="0" indent="0" algn="ctr">
              <a:buNone/>
            </a:pPr>
            <a:r>
              <a:rPr lang="en-US" sz="8000" dirty="0"/>
              <a:t>Welcome to Danger Zone</a:t>
            </a:r>
          </a:p>
          <a:p>
            <a:pPr marL="0" indent="0" algn="ctr">
              <a:buNone/>
            </a:pPr>
            <a:r>
              <a:rPr lang="en-US" sz="3600" dirty="0"/>
              <a:t>A fan site dedicated to the </a:t>
            </a:r>
            <a:r>
              <a:rPr lang="en-US" sz="3600" dirty="0" err="1"/>
              <a:t>LitRPG</a:t>
            </a:r>
            <a:r>
              <a:rPr lang="en-US" sz="3600" dirty="0"/>
              <a:t> Series</a:t>
            </a:r>
          </a:p>
          <a:p>
            <a:pPr marL="0" indent="0" algn="ctr">
              <a:buNone/>
            </a:pPr>
            <a:r>
              <a:rPr lang="en-US" sz="3600" dirty="0"/>
              <a:t>Dungeon Crawler Carl</a:t>
            </a:r>
          </a:p>
          <a:p>
            <a:pPr marL="0" indent="0" algn="ctr">
              <a:buNone/>
            </a:pPr>
            <a:r>
              <a:rPr lang="en-US" sz="1600" dirty="0"/>
              <a:t>----------Click to Enter----------</a:t>
            </a:r>
          </a:p>
        </p:txBody>
      </p:sp>
      <p:sp>
        <p:nvSpPr>
          <p:cNvPr id="5" name="TextBox 4">
            <a:extLst>
              <a:ext uri="{FF2B5EF4-FFF2-40B4-BE49-F238E27FC236}">
                <a16:creationId xmlns:a16="http://schemas.microsoft.com/office/drawing/2014/main" id="{61979E48-99B9-06DB-D7F4-A2AF82396F84}"/>
              </a:ext>
            </a:extLst>
          </p:cNvPr>
          <p:cNvSpPr txBox="1"/>
          <p:nvPr/>
        </p:nvSpPr>
        <p:spPr>
          <a:xfrm>
            <a:off x="5267325" y="5514975"/>
            <a:ext cx="1679562" cy="646331"/>
          </a:xfrm>
          <a:prstGeom prst="rect">
            <a:avLst/>
          </a:prstGeom>
          <a:noFill/>
          <a:ln>
            <a:solidFill>
              <a:schemeClr val="tx1"/>
            </a:solidFill>
          </a:ln>
        </p:spPr>
        <p:txBody>
          <a:bodyPr wrap="none" rtlCol="0">
            <a:spAutoFit/>
          </a:bodyPr>
          <a:lstStyle/>
          <a:p>
            <a:r>
              <a:rPr lang="en-US" dirty="0"/>
              <a:t>Visitor Counter</a:t>
            </a:r>
            <a:br>
              <a:rPr lang="en-US" dirty="0"/>
            </a:br>
            <a:r>
              <a:rPr lang="en-US" dirty="0"/>
              <a:t>000000000000</a:t>
            </a:r>
          </a:p>
        </p:txBody>
      </p:sp>
      <p:pic>
        <p:nvPicPr>
          <p:cNvPr id="7" name="Graphic 6" descr="Kitten with solid fill">
            <a:extLst>
              <a:ext uri="{FF2B5EF4-FFF2-40B4-BE49-F238E27FC236}">
                <a16:creationId xmlns:a16="http://schemas.microsoft.com/office/drawing/2014/main" id="{49A474F2-A745-3C77-FC0E-D38630BE9F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38800" y="4410075"/>
            <a:ext cx="914400" cy="914400"/>
          </a:xfrm>
          <a:prstGeom prst="rect">
            <a:avLst/>
          </a:prstGeom>
        </p:spPr>
      </p:pic>
    </p:spTree>
    <p:extLst>
      <p:ext uri="{BB962C8B-B14F-4D97-AF65-F5344CB8AC3E}">
        <p14:creationId xmlns:p14="http://schemas.microsoft.com/office/powerpoint/2010/main" val="202530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CAC8A1-346D-29FA-D5B9-045EC596E030}"/>
              </a:ext>
            </a:extLst>
          </p:cNvPr>
          <p:cNvSpPr txBox="1"/>
          <p:nvPr/>
        </p:nvSpPr>
        <p:spPr>
          <a:xfrm>
            <a:off x="5068128" y="176860"/>
            <a:ext cx="1722098" cy="37080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740B1742-14F8-25A2-3C3E-B46F3367AF0B}"/>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9E9D6E0E-C401-5FAB-C500-0EA0C42542BB}"/>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284CA01A-3429-D248-A1A3-93F2711AC05C}"/>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F272AB70-5EF7-4024-83CE-182663D1EE12}"/>
              </a:ext>
            </a:extLst>
          </p:cNvPr>
          <p:cNvSpPr txBox="1"/>
          <p:nvPr/>
        </p:nvSpPr>
        <p:spPr>
          <a:xfrm>
            <a:off x="865771" y="170579"/>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A4125CC8-B02F-F829-314C-A69B9F73060A}"/>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E68B310F-97CB-6DE6-DC72-7FCB4C1A25F5}"/>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DC9B74DA-56BA-9CAA-9182-D3F497AEDE24}"/>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D7519DBD-FBA9-CC2C-515E-C74C187D4BF4}"/>
              </a:ext>
            </a:extLst>
          </p:cNvPr>
          <p:cNvSpPr txBox="1"/>
          <p:nvPr/>
        </p:nvSpPr>
        <p:spPr>
          <a:xfrm>
            <a:off x="5346363" y="941151"/>
            <a:ext cx="1511638" cy="369332"/>
          </a:xfrm>
          <a:prstGeom prst="rect">
            <a:avLst/>
          </a:prstGeom>
          <a:noFill/>
          <a:ln>
            <a:noFill/>
          </a:ln>
        </p:spPr>
        <p:txBody>
          <a:bodyPr wrap="square" rtlCol="0">
            <a:spAutoFit/>
          </a:bodyPr>
          <a:lstStyle/>
          <a:p>
            <a:r>
              <a:rPr lang="en-US" dirty="0"/>
              <a:t>---- Home ----</a:t>
            </a:r>
          </a:p>
        </p:txBody>
      </p:sp>
      <p:sp>
        <p:nvSpPr>
          <p:cNvPr id="17" name="TextBox 16">
            <a:extLst>
              <a:ext uri="{FF2B5EF4-FFF2-40B4-BE49-F238E27FC236}">
                <a16:creationId xmlns:a16="http://schemas.microsoft.com/office/drawing/2014/main" id="{791D9044-AC21-4DFF-7459-7A3FFE06C55E}"/>
              </a:ext>
            </a:extLst>
          </p:cNvPr>
          <p:cNvSpPr txBox="1"/>
          <p:nvPr/>
        </p:nvSpPr>
        <p:spPr>
          <a:xfrm>
            <a:off x="865771" y="1543050"/>
            <a:ext cx="10447510" cy="1754326"/>
          </a:xfrm>
          <a:prstGeom prst="rect">
            <a:avLst/>
          </a:prstGeom>
          <a:noFill/>
        </p:spPr>
        <p:txBody>
          <a:bodyPr wrap="square" rtlCol="0">
            <a:spAutoFit/>
          </a:bodyPr>
          <a:lstStyle/>
          <a:p>
            <a:r>
              <a:rPr lang="en-US" dirty="0"/>
              <a:t>Greetings from Danger Zone, I’m your host Ripper </a:t>
            </a:r>
            <a:r>
              <a:rPr lang="en-US" dirty="0" err="1"/>
              <a:t>Ronton</a:t>
            </a:r>
            <a:r>
              <a:rPr lang="en-US" dirty="0"/>
              <a:t>. This is an unofficial fan site for the cult sensation hit, Dungeon Crawler Carl. Here at Danger Zone, we strive to be your dungeon guide to all things DCC.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Vivamus</a:t>
            </a:r>
            <a:r>
              <a:rPr lang="en-US" dirty="0"/>
              <a:t> </a:t>
            </a:r>
            <a:r>
              <a:rPr lang="en-US" dirty="0" err="1"/>
              <a:t>consectetur</a:t>
            </a:r>
            <a:r>
              <a:rPr lang="en-US" dirty="0"/>
              <a:t> </a:t>
            </a:r>
            <a:r>
              <a:rPr lang="en-US" dirty="0" err="1"/>
              <a:t>lacus</a:t>
            </a:r>
            <a:r>
              <a:rPr lang="en-US" dirty="0"/>
              <a:t> non ligula </a:t>
            </a:r>
            <a:r>
              <a:rPr lang="en-US" dirty="0" err="1"/>
              <a:t>aliquet</a:t>
            </a:r>
            <a:r>
              <a:rPr lang="en-US" dirty="0"/>
              <a:t> </a:t>
            </a:r>
            <a:r>
              <a:rPr lang="en-US" dirty="0" err="1"/>
              <a:t>ultricies</a:t>
            </a:r>
            <a:r>
              <a:rPr lang="en-US" dirty="0"/>
              <a:t>. Nam </a:t>
            </a:r>
            <a:r>
              <a:rPr lang="en-US" dirty="0" err="1"/>
              <a:t>bibendum</a:t>
            </a:r>
            <a:r>
              <a:rPr lang="en-US" dirty="0"/>
              <a:t> </a:t>
            </a:r>
            <a:r>
              <a:rPr lang="en-US" dirty="0" err="1"/>
              <a:t>nibh</a:t>
            </a:r>
            <a:r>
              <a:rPr lang="en-US" dirty="0"/>
              <a:t> </a:t>
            </a:r>
            <a:r>
              <a:rPr lang="en-US" dirty="0" err="1"/>
              <a:t>quis</a:t>
            </a:r>
            <a:r>
              <a:rPr lang="en-US" dirty="0"/>
              <a:t> </a:t>
            </a:r>
            <a:r>
              <a:rPr lang="en-US" dirty="0" err="1"/>
              <a:t>finibus</a:t>
            </a:r>
            <a:r>
              <a:rPr lang="en-US" dirty="0"/>
              <a:t> </a:t>
            </a:r>
            <a:r>
              <a:rPr lang="en-US" dirty="0" err="1"/>
              <a:t>mollis</a:t>
            </a:r>
            <a:r>
              <a:rPr lang="en-US" dirty="0"/>
              <a:t>. Aenean ac </a:t>
            </a:r>
            <a:r>
              <a:rPr lang="en-US" dirty="0" err="1"/>
              <a:t>commodo</a:t>
            </a:r>
            <a:r>
              <a:rPr lang="en-US" dirty="0"/>
              <a:t> </a:t>
            </a:r>
            <a:r>
              <a:rPr lang="en-US" dirty="0" err="1"/>
              <a:t>urna</a:t>
            </a:r>
            <a:r>
              <a:rPr lang="en-US" dirty="0"/>
              <a:t>. </a:t>
            </a:r>
            <a:r>
              <a:rPr lang="en-US" dirty="0" err="1"/>
              <a:t>Fusce</a:t>
            </a:r>
            <a:r>
              <a:rPr lang="en-US" dirty="0"/>
              <a:t> </a:t>
            </a:r>
            <a:r>
              <a:rPr lang="en-US" dirty="0" err="1"/>
              <a:t>velit</a:t>
            </a:r>
            <a:r>
              <a:rPr lang="en-US" dirty="0"/>
              <a:t> magna, </a:t>
            </a:r>
            <a:r>
              <a:rPr lang="en-US" dirty="0" err="1"/>
              <a:t>vehicula</a:t>
            </a:r>
            <a:r>
              <a:rPr lang="en-US" dirty="0"/>
              <a:t> a eros in, </a:t>
            </a:r>
            <a:r>
              <a:rPr lang="en-US" dirty="0" err="1"/>
              <a:t>sagittis</a:t>
            </a:r>
            <a:r>
              <a:rPr lang="en-US" dirty="0"/>
              <a:t> auctor ipsum. Mauris </a:t>
            </a:r>
            <a:r>
              <a:rPr lang="en-US" dirty="0" err="1"/>
              <a:t>tempor</a:t>
            </a:r>
            <a:r>
              <a:rPr lang="en-US" dirty="0"/>
              <a:t> </a:t>
            </a:r>
            <a:r>
              <a:rPr lang="en-US" dirty="0" err="1"/>
              <a:t>elit</a:t>
            </a:r>
            <a:r>
              <a:rPr lang="en-US" dirty="0"/>
              <a:t> </a:t>
            </a:r>
            <a:r>
              <a:rPr lang="en-US" dirty="0" err="1"/>
              <a:t>ut</a:t>
            </a:r>
            <a:r>
              <a:rPr lang="en-US" dirty="0"/>
              <a:t> </a:t>
            </a:r>
            <a:r>
              <a:rPr lang="en-US" dirty="0" err="1"/>
              <a:t>mauris</a:t>
            </a:r>
            <a:r>
              <a:rPr lang="en-US" dirty="0"/>
              <a:t> </a:t>
            </a:r>
            <a:r>
              <a:rPr lang="en-US" dirty="0" err="1"/>
              <a:t>tristique</a:t>
            </a:r>
            <a:r>
              <a:rPr lang="en-US" dirty="0"/>
              <a:t>, sed </a:t>
            </a:r>
            <a:r>
              <a:rPr lang="en-US" dirty="0" err="1"/>
              <a:t>feugiat</a:t>
            </a:r>
            <a:r>
              <a:rPr lang="en-US" dirty="0"/>
              <a:t> </a:t>
            </a:r>
            <a:r>
              <a:rPr lang="en-US" dirty="0" err="1"/>
              <a:t>felis</a:t>
            </a:r>
            <a:r>
              <a:rPr lang="en-US" dirty="0"/>
              <a:t> </a:t>
            </a:r>
            <a:r>
              <a:rPr lang="en-US" dirty="0" err="1"/>
              <a:t>varius</a:t>
            </a:r>
            <a:r>
              <a:rPr lang="en-US" dirty="0"/>
              <a:t>.</a:t>
            </a:r>
          </a:p>
        </p:txBody>
      </p:sp>
      <p:sp>
        <p:nvSpPr>
          <p:cNvPr id="18" name="TextBox 17">
            <a:extLst>
              <a:ext uri="{FF2B5EF4-FFF2-40B4-BE49-F238E27FC236}">
                <a16:creationId xmlns:a16="http://schemas.microsoft.com/office/drawing/2014/main" id="{A8216C4C-95A7-8F18-46C5-22692925FCC7}"/>
              </a:ext>
            </a:extLst>
          </p:cNvPr>
          <p:cNvSpPr txBox="1"/>
          <p:nvPr/>
        </p:nvSpPr>
        <p:spPr>
          <a:xfrm>
            <a:off x="933450" y="3590925"/>
            <a:ext cx="2190921" cy="369332"/>
          </a:xfrm>
          <a:prstGeom prst="rect">
            <a:avLst/>
          </a:prstGeom>
          <a:noFill/>
        </p:spPr>
        <p:txBody>
          <a:bodyPr wrap="none" rtlCol="0">
            <a:spAutoFit/>
          </a:bodyPr>
          <a:lstStyle/>
          <a:p>
            <a:r>
              <a:rPr lang="en-US" dirty="0"/>
              <a:t>DCC and Site News:</a:t>
            </a:r>
          </a:p>
        </p:txBody>
      </p:sp>
      <p:sp>
        <p:nvSpPr>
          <p:cNvPr id="19" name="TextBox 18">
            <a:extLst>
              <a:ext uri="{FF2B5EF4-FFF2-40B4-BE49-F238E27FC236}">
                <a16:creationId xmlns:a16="http://schemas.microsoft.com/office/drawing/2014/main" id="{599D9A81-450B-1CC0-EA68-468279FFEAB3}"/>
              </a:ext>
            </a:extLst>
          </p:cNvPr>
          <p:cNvSpPr txBox="1"/>
          <p:nvPr/>
        </p:nvSpPr>
        <p:spPr>
          <a:xfrm>
            <a:off x="865771" y="4057649"/>
            <a:ext cx="10447510" cy="2011680"/>
          </a:xfrm>
          <a:prstGeom prst="rect">
            <a:avLst/>
          </a:prstGeom>
          <a:noFill/>
          <a:ln>
            <a:solidFill>
              <a:schemeClr val="tx1"/>
            </a:solidFill>
          </a:ln>
        </p:spPr>
        <p:txBody>
          <a:bodyPr wrap="square" rtlCol="0">
            <a:spAutoFit/>
          </a:bodyPr>
          <a:lstStyle/>
          <a:p>
            <a:pPr marL="285750" indent="-285750">
              <a:buFontTx/>
              <a:buChar cha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a:t>
            </a:r>
          </a:p>
          <a:p>
            <a:pPr marL="285750" indent="-285750">
              <a:buFontTx/>
              <a:buChar char="-"/>
            </a:pPr>
            <a:r>
              <a:rPr lang="en-US" dirty="0" err="1"/>
              <a:t>Fusce</a:t>
            </a:r>
            <a:r>
              <a:rPr lang="en-US" dirty="0"/>
              <a:t> </a:t>
            </a:r>
            <a:r>
              <a:rPr lang="en-US" dirty="0" err="1"/>
              <a:t>laoreet</a:t>
            </a:r>
            <a:r>
              <a:rPr lang="en-US" dirty="0"/>
              <a:t> </a:t>
            </a:r>
            <a:r>
              <a:rPr lang="en-US" dirty="0" err="1"/>
              <a:t>purus</a:t>
            </a:r>
            <a:r>
              <a:rPr lang="en-US" dirty="0"/>
              <a:t> porta, </a:t>
            </a:r>
            <a:r>
              <a:rPr lang="en-US" dirty="0" err="1"/>
              <a:t>posuere</a:t>
            </a:r>
            <a:r>
              <a:rPr lang="en-US" dirty="0"/>
              <a:t> </a:t>
            </a:r>
            <a:r>
              <a:rPr lang="en-US" dirty="0" err="1"/>
              <a:t>nibh</a:t>
            </a:r>
            <a:r>
              <a:rPr lang="en-US" dirty="0"/>
              <a:t> </a:t>
            </a:r>
            <a:r>
              <a:rPr lang="en-US" dirty="0" err="1"/>
              <a:t>eget</a:t>
            </a:r>
            <a:r>
              <a:rPr lang="en-US" dirty="0"/>
              <a:t>, </a:t>
            </a:r>
            <a:r>
              <a:rPr lang="en-US" dirty="0" err="1"/>
              <a:t>sollicitudin</a:t>
            </a:r>
            <a:r>
              <a:rPr lang="en-US" dirty="0"/>
              <a:t> dolor.</a:t>
            </a:r>
          </a:p>
          <a:p>
            <a:pPr marL="285750" indent="-285750">
              <a:buFontTx/>
              <a:buChar char="-"/>
            </a:pPr>
            <a:r>
              <a:rPr lang="en-US" dirty="0" err="1"/>
              <a:t>Etiam</a:t>
            </a:r>
            <a:r>
              <a:rPr lang="en-US" dirty="0"/>
              <a:t> </a:t>
            </a:r>
            <a:r>
              <a:rPr lang="en-US" dirty="0" err="1"/>
              <a:t>accumsan</a:t>
            </a:r>
            <a:r>
              <a:rPr lang="en-US" dirty="0"/>
              <a:t> </a:t>
            </a:r>
            <a:r>
              <a:rPr lang="en-US" dirty="0" err="1"/>
              <a:t>sapien</a:t>
            </a:r>
            <a:r>
              <a:rPr lang="en-US" dirty="0"/>
              <a:t> a </a:t>
            </a:r>
            <a:r>
              <a:rPr lang="en-US" dirty="0" err="1"/>
              <a:t>leo</a:t>
            </a:r>
            <a:r>
              <a:rPr lang="en-US" dirty="0"/>
              <a:t> </a:t>
            </a:r>
            <a:r>
              <a:rPr lang="en-US" dirty="0" err="1"/>
              <a:t>mattis</a:t>
            </a:r>
            <a:r>
              <a:rPr lang="en-US" dirty="0"/>
              <a:t>, vitae </a:t>
            </a:r>
            <a:r>
              <a:rPr lang="en-US" dirty="0" err="1"/>
              <a:t>facilisis</a:t>
            </a:r>
            <a:r>
              <a:rPr lang="en-US" dirty="0"/>
              <a:t> </a:t>
            </a:r>
            <a:r>
              <a:rPr lang="en-US" dirty="0" err="1"/>
              <a:t>leo</a:t>
            </a:r>
            <a:r>
              <a:rPr lang="en-US" dirty="0"/>
              <a:t> </a:t>
            </a:r>
            <a:r>
              <a:rPr lang="en-US" dirty="0" err="1"/>
              <a:t>vehicula</a:t>
            </a:r>
            <a:r>
              <a:rPr lang="en-US" dirty="0"/>
              <a:t>.</a:t>
            </a:r>
          </a:p>
          <a:p>
            <a:pPr marL="285750" indent="-285750">
              <a:buFontTx/>
              <a:buChar char="-"/>
            </a:pPr>
            <a:r>
              <a:rPr lang="fr-FR" dirty="0"/>
              <a:t>In </a:t>
            </a:r>
            <a:r>
              <a:rPr lang="fr-FR" dirty="0" err="1"/>
              <a:t>pellentesque</a:t>
            </a:r>
            <a:r>
              <a:rPr lang="fr-FR" dirty="0"/>
              <a:t> </a:t>
            </a:r>
            <a:r>
              <a:rPr lang="fr-FR" dirty="0" err="1"/>
              <a:t>neque</a:t>
            </a:r>
            <a:r>
              <a:rPr lang="fr-FR" dirty="0"/>
              <a:t> </a:t>
            </a:r>
            <a:r>
              <a:rPr lang="fr-FR" dirty="0" err="1"/>
              <a:t>quis</a:t>
            </a:r>
            <a:r>
              <a:rPr lang="fr-FR" dirty="0"/>
              <a:t> semper </a:t>
            </a:r>
            <a:r>
              <a:rPr lang="fr-FR" dirty="0" err="1"/>
              <a:t>blandit</a:t>
            </a:r>
            <a:r>
              <a:rPr lang="fr-FR" dirty="0"/>
              <a:t>.</a:t>
            </a:r>
          </a:p>
          <a:p>
            <a:pPr marL="285750" indent="-285750">
              <a:buFontTx/>
              <a:buChar char="-"/>
            </a:pPr>
            <a:r>
              <a:rPr lang="en-US" dirty="0"/>
              <a:t>Nunc </a:t>
            </a:r>
            <a:r>
              <a:rPr lang="en-US" dirty="0" err="1"/>
              <a:t>malesuada</a:t>
            </a:r>
            <a:r>
              <a:rPr lang="en-US" dirty="0"/>
              <a:t> </a:t>
            </a:r>
            <a:r>
              <a:rPr lang="en-US" dirty="0" err="1"/>
              <a:t>lectus</a:t>
            </a:r>
            <a:r>
              <a:rPr lang="en-US" dirty="0"/>
              <a:t> </a:t>
            </a:r>
            <a:r>
              <a:rPr lang="en-US" dirty="0" err="1"/>
              <a:t>ut</a:t>
            </a:r>
            <a:r>
              <a:rPr lang="en-US" dirty="0"/>
              <a:t> </a:t>
            </a:r>
            <a:r>
              <a:rPr lang="en-US" dirty="0" err="1"/>
              <a:t>erat</a:t>
            </a:r>
            <a:r>
              <a:rPr lang="en-US" dirty="0"/>
              <a:t> </a:t>
            </a:r>
            <a:r>
              <a:rPr lang="en-US" dirty="0" err="1"/>
              <a:t>hendrerit</a:t>
            </a:r>
            <a:r>
              <a:rPr lang="en-US" dirty="0"/>
              <a:t>, vel semper ligula </a:t>
            </a:r>
            <a:r>
              <a:rPr lang="en-US" dirty="0" err="1"/>
              <a:t>fringilla</a:t>
            </a:r>
            <a:r>
              <a:rPr lang="en-US" dirty="0"/>
              <a:t>.</a:t>
            </a:r>
          </a:p>
          <a:p>
            <a:pPr marL="285750" indent="-285750">
              <a:buFontTx/>
              <a:buChar char="-"/>
            </a:pPr>
            <a:r>
              <a:rPr lang="en-US" dirty="0"/>
              <a:t>Aenean vel </a:t>
            </a:r>
            <a:r>
              <a:rPr lang="en-US" dirty="0" err="1"/>
              <a:t>sapien</a:t>
            </a:r>
            <a:r>
              <a:rPr lang="en-US" dirty="0"/>
              <a:t> id </a:t>
            </a:r>
            <a:r>
              <a:rPr lang="en-US" dirty="0" err="1"/>
              <a:t>sapien</a:t>
            </a:r>
            <a:r>
              <a:rPr lang="en-US" dirty="0"/>
              <a:t> </a:t>
            </a:r>
            <a:r>
              <a:rPr lang="en-US" dirty="0" err="1"/>
              <a:t>faucibus</a:t>
            </a:r>
            <a:r>
              <a:rPr lang="en-US" dirty="0"/>
              <a:t> </a:t>
            </a:r>
            <a:r>
              <a:rPr lang="en-US" dirty="0" err="1"/>
              <a:t>malesuada</a:t>
            </a:r>
            <a:endParaRPr lang="en-US" dirty="0"/>
          </a:p>
          <a:p>
            <a:pPr marL="285750" indent="-285750">
              <a:buFontTx/>
              <a:buChar char="-"/>
            </a:pPr>
            <a:r>
              <a:rPr lang="en-US" dirty="0" err="1"/>
              <a:t>Curabitur</a:t>
            </a:r>
            <a:r>
              <a:rPr lang="en-US" dirty="0"/>
              <a:t> </a:t>
            </a:r>
            <a:r>
              <a:rPr lang="en-US" dirty="0" err="1"/>
              <a:t>ullamcorper</a:t>
            </a:r>
            <a:r>
              <a:rPr lang="en-US" dirty="0"/>
              <a:t> mi id nisi </a:t>
            </a:r>
            <a:r>
              <a:rPr lang="en-US" dirty="0" err="1"/>
              <a:t>vehicula</a:t>
            </a:r>
            <a:r>
              <a:rPr lang="en-US" dirty="0"/>
              <a:t> cursus.</a:t>
            </a:r>
          </a:p>
          <a:p>
            <a:pPr marL="285750" indent="-285750">
              <a:buFontTx/>
              <a:buChar char="-"/>
            </a:pPr>
            <a:endParaRPr lang="en-US" dirty="0"/>
          </a:p>
        </p:txBody>
      </p:sp>
      <p:sp>
        <p:nvSpPr>
          <p:cNvPr id="20" name="TextBox 19">
            <a:extLst>
              <a:ext uri="{FF2B5EF4-FFF2-40B4-BE49-F238E27FC236}">
                <a16:creationId xmlns:a16="http://schemas.microsoft.com/office/drawing/2014/main" id="{4FE076F0-97DB-89E2-D1BC-7AF45C9535E1}"/>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Tree>
    <p:extLst>
      <p:ext uri="{BB962C8B-B14F-4D97-AF65-F5344CB8AC3E}">
        <p14:creationId xmlns:p14="http://schemas.microsoft.com/office/powerpoint/2010/main" val="2414566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423DD828-CDE9-BF69-CF7D-EB456B9341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5DB0A9-71D6-402F-2FF5-6AEB2076AECB}"/>
              </a:ext>
            </a:extLst>
          </p:cNvPr>
          <p:cNvSpPr txBox="1"/>
          <p:nvPr/>
        </p:nvSpPr>
        <p:spPr>
          <a:xfrm>
            <a:off x="5068128" y="176860"/>
            <a:ext cx="1722098" cy="36576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AA815F62-675A-6CBE-9AD4-59792BF97B8E}"/>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B9722660-EC30-07E5-5B45-5B6A6B42E246}"/>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3213CB8B-286F-FC3D-EE6A-CD045CAF8BC2}"/>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8C77A673-9E45-DCFA-49F7-798B3019FD30}"/>
              </a:ext>
            </a:extLst>
          </p:cNvPr>
          <p:cNvSpPr txBox="1"/>
          <p:nvPr/>
        </p:nvSpPr>
        <p:spPr>
          <a:xfrm>
            <a:off x="865771" y="173612"/>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99F123AB-D3D5-BB85-09D4-C97EA0A01F00}"/>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1B8E1AF6-5228-4B81-0A5B-66720C3BD5F0}"/>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DB782C2E-5DF6-57A3-F2BA-645A283BFA2F}"/>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6ED449E1-6F58-6743-4CF3-618559A68EA5}"/>
              </a:ext>
            </a:extLst>
          </p:cNvPr>
          <p:cNvSpPr txBox="1"/>
          <p:nvPr/>
        </p:nvSpPr>
        <p:spPr>
          <a:xfrm>
            <a:off x="5127287" y="941151"/>
            <a:ext cx="2035513" cy="369332"/>
          </a:xfrm>
          <a:prstGeom prst="rect">
            <a:avLst/>
          </a:prstGeom>
          <a:noFill/>
          <a:ln>
            <a:noFill/>
          </a:ln>
        </p:spPr>
        <p:txBody>
          <a:bodyPr wrap="square" rtlCol="0">
            <a:spAutoFit/>
          </a:bodyPr>
          <a:lstStyle/>
          <a:p>
            <a:r>
              <a:rPr lang="en-US" dirty="0"/>
              <a:t>---- Our Heroes ----</a:t>
            </a:r>
          </a:p>
        </p:txBody>
      </p:sp>
      <p:sp>
        <p:nvSpPr>
          <p:cNvPr id="2" name="TextBox 1">
            <a:extLst>
              <a:ext uri="{FF2B5EF4-FFF2-40B4-BE49-F238E27FC236}">
                <a16:creationId xmlns:a16="http://schemas.microsoft.com/office/drawing/2014/main" id="{71647643-F26D-41E4-37A7-5C9B2672CDC7}"/>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
        <p:nvSpPr>
          <p:cNvPr id="3" name="TextBox 2">
            <a:extLst>
              <a:ext uri="{FF2B5EF4-FFF2-40B4-BE49-F238E27FC236}">
                <a16:creationId xmlns:a16="http://schemas.microsoft.com/office/drawing/2014/main" id="{3DC9C092-51E4-5548-DDB7-F1B06E4DC8E5}"/>
              </a:ext>
            </a:extLst>
          </p:cNvPr>
          <p:cNvSpPr txBox="1"/>
          <p:nvPr/>
        </p:nvSpPr>
        <p:spPr>
          <a:xfrm>
            <a:off x="86577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Home</a:t>
            </a:r>
          </a:p>
        </p:txBody>
      </p:sp>
      <p:sp>
        <p:nvSpPr>
          <p:cNvPr id="5" name="TextBox 4">
            <a:extLst>
              <a:ext uri="{FF2B5EF4-FFF2-40B4-BE49-F238E27FC236}">
                <a16:creationId xmlns:a16="http://schemas.microsoft.com/office/drawing/2014/main" id="{5C6D5D2B-79B4-7EE9-0017-477CB13F3754}"/>
              </a:ext>
            </a:extLst>
          </p:cNvPr>
          <p:cNvSpPr txBox="1"/>
          <p:nvPr/>
        </p:nvSpPr>
        <p:spPr>
          <a:xfrm>
            <a:off x="865771" y="1571625"/>
            <a:ext cx="5154029" cy="4801314"/>
          </a:xfrm>
          <a:prstGeom prst="rect">
            <a:avLst/>
          </a:prstGeom>
          <a:noFill/>
          <a:ln>
            <a:solidFill>
              <a:schemeClr val="tx1"/>
            </a:solidFill>
          </a:ln>
        </p:spPr>
        <p:txBody>
          <a:bodyPr wrap="square" rtlCol="0">
            <a:spAutoFit/>
          </a:bodyPr>
          <a:lstStyle/>
          <a:p>
            <a:r>
              <a:rPr lang="en-US" dirty="0"/>
              <a:t>		Name: Carl</a:t>
            </a:r>
          </a:p>
          <a:p>
            <a:r>
              <a:rPr lang="en-US" dirty="0"/>
              <a:t>		Crawler #: </a:t>
            </a:r>
            <a:r>
              <a:rPr lang="en-US" dirty="0" err="1"/>
              <a:t>xxxxxxxxx</a:t>
            </a:r>
            <a:endParaRPr lang="en-US" dirty="0"/>
          </a:p>
          <a:p>
            <a:r>
              <a:rPr lang="en-US" dirty="0"/>
              <a:t>		Titles: n/a</a:t>
            </a:r>
          </a:p>
          <a:p>
            <a:endParaRPr lang="en-US" dirty="0"/>
          </a:p>
          <a:p>
            <a:endParaRPr lang="en-US" dirty="0"/>
          </a:p>
          <a:p>
            <a:endParaRPr lang="en-US" dirty="0"/>
          </a:p>
          <a:p>
            <a:r>
              <a:rPr lang="en-US" dirty="0"/>
              <a:t>		</a:t>
            </a:r>
          </a:p>
          <a:p>
            <a:r>
              <a:rPr lang="en-US" dirty="0"/>
              <a:t>Pre Dungeon Bio: Lorem ipsum </a:t>
            </a:r>
            <a:r>
              <a:rPr lang="en-US" dirty="0" err="1"/>
              <a:t>sollicitudin</a:t>
            </a:r>
            <a:r>
              <a:rPr lang="en-US" dirty="0"/>
              <a:t> dui in </a:t>
            </a:r>
            <a:r>
              <a:rPr lang="en-US" dirty="0" err="1"/>
              <a:t>feugiat</a:t>
            </a:r>
            <a:r>
              <a:rPr lang="en-US" dirty="0"/>
              <a:t> </a:t>
            </a:r>
            <a:r>
              <a:rPr lang="en-US" dirty="0" err="1"/>
              <a:t>imperdiet</a:t>
            </a:r>
            <a:r>
              <a:rPr lang="en-US" dirty="0"/>
              <a:t>. </a:t>
            </a:r>
            <a:r>
              <a:rPr lang="en-US" dirty="0" err="1"/>
              <a:t>Nullam</a:t>
            </a:r>
            <a:r>
              <a:rPr lang="en-US" dirty="0"/>
              <a:t> </a:t>
            </a:r>
            <a:r>
              <a:rPr lang="en-US" dirty="0" err="1"/>
              <a:t>eu</a:t>
            </a:r>
            <a:r>
              <a:rPr lang="en-US" dirty="0"/>
              <a:t> </a:t>
            </a:r>
            <a:r>
              <a:rPr lang="en-US" dirty="0" err="1"/>
              <a:t>justo</a:t>
            </a:r>
            <a:r>
              <a:rPr lang="en-US" dirty="0"/>
              <a:t> </a:t>
            </a:r>
            <a:r>
              <a:rPr lang="en-US" dirty="0" err="1"/>
              <a:t>placerat</a:t>
            </a:r>
            <a:r>
              <a:rPr lang="en-US" dirty="0"/>
              <a:t>, pharetra </a:t>
            </a:r>
            <a:r>
              <a:rPr lang="en-US" dirty="0" err="1"/>
              <a:t>quam</a:t>
            </a:r>
            <a:r>
              <a:rPr lang="en-US" dirty="0"/>
              <a:t> </a:t>
            </a:r>
            <a:r>
              <a:rPr lang="en-US" dirty="0" err="1"/>
              <a:t>eu</a:t>
            </a:r>
            <a:r>
              <a:rPr lang="en-US" dirty="0"/>
              <a:t>, </a:t>
            </a:r>
            <a:r>
              <a:rPr lang="en-US" dirty="0" err="1"/>
              <a:t>viverra</a:t>
            </a:r>
            <a:r>
              <a:rPr lang="en-US" dirty="0"/>
              <a:t> </a:t>
            </a:r>
            <a:r>
              <a:rPr lang="en-US" dirty="0" err="1"/>
              <a:t>urna</a:t>
            </a:r>
            <a:r>
              <a:rPr lang="en-US" dirty="0"/>
              <a:t>. </a:t>
            </a:r>
            <a:r>
              <a:rPr lang="en-US" dirty="0" err="1"/>
              <a:t>Nulla</a:t>
            </a:r>
            <a:r>
              <a:rPr lang="en-US" dirty="0"/>
              <a:t> in </a:t>
            </a:r>
            <a:r>
              <a:rPr lang="en-US" dirty="0" err="1"/>
              <a:t>lectus</a:t>
            </a:r>
            <a:r>
              <a:rPr lang="en-US" dirty="0"/>
              <a:t> </a:t>
            </a:r>
            <a:r>
              <a:rPr lang="en-US" dirty="0" err="1"/>
              <a:t>mattis</a:t>
            </a:r>
            <a:r>
              <a:rPr lang="en-US" dirty="0"/>
              <a:t>, </a:t>
            </a:r>
            <a:r>
              <a:rPr lang="en-US" dirty="0" err="1"/>
              <a:t>vulputate</a:t>
            </a:r>
            <a:r>
              <a:rPr lang="en-US" dirty="0"/>
              <a:t> </a:t>
            </a:r>
            <a:r>
              <a:rPr lang="en-US" dirty="0" err="1"/>
              <a:t>augue</a:t>
            </a:r>
            <a:r>
              <a:rPr lang="en-US" dirty="0"/>
              <a:t> vitae, </a:t>
            </a:r>
            <a:r>
              <a:rPr lang="en-US" dirty="0" err="1"/>
              <a:t>bibendum</a:t>
            </a:r>
            <a:r>
              <a:rPr lang="en-US" dirty="0"/>
              <a:t> libero. </a:t>
            </a:r>
            <a:r>
              <a:rPr lang="en-US" dirty="0" err="1"/>
              <a:t>Curabitur</a:t>
            </a:r>
            <a:r>
              <a:rPr lang="en-US" dirty="0"/>
              <a:t> </a:t>
            </a:r>
            <a:r>
              <a:rPr lang="en-US" dirty="0" err="1"/>
              <a:t>mollis</a:t>
            </a:r>
            <a:r>
              <a:rPr lang="en-US" dirty="0"/>
              <a:t> dui ac maximus pharetra. Sed </a:t>
            </a:r>
            <a:r>
              <a:rPr lang="en-US" dirty="0" err="1"/>
              <a:t>laoreet</a:t>
            </a:r>
            <a:r>
              <a:rPr lang="en-US" dirty="0"/>
              <a:t> pharetra </a:t>
            </a:r>
            <a:r>
              <a:rPr lang="en-US" dirty="0" err="1"/>
              <a:t>massa</a:t>
            </a:r>
            <a:r>
              <a:rPr lang="en-US" dirty="0"/>
              <a:t> et </a:t>
            </a:r>
            <a:r>
              <a:rPr lang="en-US" dirty="0" err="1"/>
              <a:t>hendrerit</a:t>
            </a:r>
            <a:r>
              <a:rPr lang="en-US" dirty="0"/>
              <a:t>. Donec </a:t>
            </a:r>
            <a:r>
              <a:rPr lang="en-US" dirty="0" err="1"/>
              <a:t>tristique</a:t>
            </a:r>
            <a:r>
              <a:rPr lang="en-US" dirty="0"/>
              <a:t>, </a:t>
            </a:r>
            <a:r>
              <a:rPr lang="en-US" dirty="0" err="1"/>
              <a:t>enim</a:t>
            </a:r>
            <a:r>
              <a:rPr lang="en-US" dirty="0"/>
              <a:t> </a:t>
            </a:r>
            <a:r>
              <a:rPr lang="en-US" dirty="0" err="1"/>
              <a:t>quis</a:t>
            </a:r>
            <a:r>
              <a:rPr lang="en-US" dirty="0"/>
              <a:t> </a:t>
            </a:r>
            <a:r>
              <a:rPr lang="en-US" dirty="0" err="1"/>
              <a:t>eleifend</a:t>
            </a:r>
            <a:r>
              <a:rPr lang="en-US" dirty="0"/>
              <a:t> </a:t>
            </a:r>
            <a:r>
              <a:rPr lang="en-US" dirty="0" err="1"/>
              <a:t>sodales</a:t>
            </a:r>
            <a:r>
              <a:rPr lang="en-US" dirty="0"/>
              <a:t>, </a:t>
            </a:r>
            <a:r>
              <a:rPr lang="en-US" dirty="0" err="1"/>
              <a:t>orci</a:t>
            </a:r>
            <a:r>
              <a:rPr lang="en-US" dirty="0"/>
              <a:t> dui. </a:t>
            </a:r>
            <a:r>
              <a:rPr lang="en-US" dirty="0" err="1"/>
              <a:t>Phasellus</a:t>
            </a:r>
            <a:r>
              <a:rPr lang="en-US" dirty="0"/>
              <a:t> auctor </a:t>
            </a:r>
            <a:r>
              <a:rPr lang="en-US" dirty="0" err="1"/>
              <a:t>congue</a:t>
            </a:r>
            <a:r>
              <a:rPr lang="en-US" dirty="0"/>
              <a:t> </a:t>
            </a:r>
            <a:r>
              <a:rPr lang="en-US" dirty="0" err="1"/>
              <a:t>tempor</a:t>
            </a:r>
            <a:r>
              <a:rPr lang="en-US" dirty="0"/>
              <a:t>. </a:t>
            </a:r>
            <a:r>
              <a:rPr lang="en-US" dirty="0" err="1"/>
              <a:t>Praesent</a:t>
            </a:r>
            <a:r>
              <a:rPr lang="en-US" dirty="0"/>
              <a:t> </a:t>
            </a:r>
            <a:r>
              <a:rPr lang="en-US" dirty="0" err="1"/>
              <a:t>suscipit</a:t>
            </a:r>
            <a:r>
              <a:rPr lang="en-US" dirty="0"/>
              <a:t> </a:t>
            </a:r>
            <a:r>
              <a:rPr lang="en-US" dirty="0" err="1"/>
              <a:t>luctus</a:t>
            </a:r>
            <a:r>
              <a:rPr lang="en-US" dirty="0"/>
              <a:t> ligula, </a:t>
            </a:r>
            <a:r>
              <a:rPr lang="en-US" dirty="0" err="1"/>
              <a:t>ut</a:t>
            </a:r>
            <a:r>
              <a:rPr lang="en-US" dirty="0"/>
              <a:t> </a:t>
            </a:r>
            <a:r>
              <a:rPr lang="en-US" dirty="0" err="1"/>
              <a:t>consectetur</a:t>
            </a:r>
            <a:r>
              <a:rPr lang="en-US" dirty="0"/>
              <a:t> </a:t>
            </a:r>
            <a:r>
              <a:rPr lang="en-US" dirty="0" err="1"/>
              <a:t>lectus</a:t>
            </a:r>
            <a:r>
              <a:rPr lang="en-US" dirty="0"/>
              <a:t> porta non. Donec </a:t>
            </a:r>
            <a:r>
              <a:rPr lang="en-US" dirty="0" err="1"/>
              <a:t>rutrum</a:t>
            </a:r>
            <a:r>
              <a:rPr lang="en-US" dirty="0"/>
              <a:t> convallis </a:t>
            </a:r>
            <a:r>
              <a:rPr lang="en-US" dirty="0" err="1"/>
              <a:t>rutrum</a:t>
            </a:r>
            <a:r>
              <a:rPr lang="en-US" dirty="0"/>
              <a:t>.</a:t>
            </a:r>
          </a:p>
        </p:txBody>
      </p:sp>
      <p:sp>
        <p:nvSpPr>
          <p:cNvPr id="7" name="TextBox 6">
            <a:extLst>
              <a:ext uri="{FF2B5EF4-FFF2-40B4-BE49-F238E27FC236}">
                <a16:creationId xmlns:a16="http://schemas.microsoft.com/office/drawing/2014/main" id="{757C026E-5CE9-E092-22BE-B84D223F3753}"/>
              </a:ext>
            </a:extLst>
          </p:cNvPr>
          <p:cNvSpPr txBox="1"/>
          <p:nvPr/>
        </p:nvSpPr>
        <p:spPr>
          <a:xfrm>
            <a:off x="6200775" y="1571625"/>
            <a:ext cx="5125454" cy="4801314"/>
          </a:xfrm>
          <a:prstGeom prst="rect">
            <a:avLst/>
          </a:prstGeom>
          <a:noFill/>
          <a:ln>
            <a:solidFill>
              <a:schemeClr val="tx1"/>
            </a:solidFill>
          </a:ln>
        </p:spPr>
        <p:txBody>
          <a:bodyPr wrap="square" rtlCol="0">
            <a:spAutoFit/>
          </a:bodyPr>
          <a:lstStyle/>
          <a:p>
            <a:r>
              <a:rPr lang="en-US" dirty="0"/>
              <a:t>		Name: Princess Donut The 				Queen Anne Chonk</a:t>
            </a:r>
          </a:p>
          <a:p>
            <a:r>
              <a:rPr lang="en-US" dirty="0"/>
              <a:t>		Crawler #: </a:t>
            </a:r>
            <a:r>
              <a:rPr lang="en-US" dirty="0" err="1"/>
              <a:t>xxxxxxxxxx</a:t>
            </a:r>
            <a:endParaRPr lang="en-US" dirty="0"/>
          </a:p>
          <a:p>
            <a:r>
              <a:rPr lang="en-US" dirty="0"/>
              <a:t>		Titles: Grand Champion, Breed 		Winner Regional, National</a:t>
            </a:r>
          </a:p>
          <a:p>
            <a:r>
              <a:rPr lang="en-US" dirty="0"/>
              <a:t>		Winner</a:t>
            </a:r>
          </a:p>
          <a:p>
            <a:endParaRPr lang="en-US" dirty="0"/>
          </a:p>
          <a:p>
            <a:r>
              <a:rPr lang="en-US" dirty="0"/>
              <a:t>Pre Dungeon Bio: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Aliquam</a:t>
            </a:r>
            <a:r>
              <a:rPr lang="en-US" dirty="0"/>
              <a:t> </a:t>
            </a:r>
            <a:r>
              <a:rPr lang="en-US" dirty="0" err="1"/>
              <a:t>vulputate</a:t>
            </a:r>
            <a:r>
              <a:rPr lang="en-US" dirty="0"/>
              <a:t> id lorem </a:t>
            </a:r>
            <a:r>
              <a:rPr lang="en-US" dirty="0" err="1"/>
              <a:t>tincidunt</a:t>
            </a:r>
            <a:r>
              <a:rPr lang="en-US" dirty="0"/>
              <a:t> </a:t>
            </a:r>
            <a:r>
              <a:rPr lang="en-US" dirty="0" err="1"/>
              <a:t>consectetur</a:t>
            </a:r>
            <a:r>
              <a:rPr lang="en-US" dirty="0"/>
              <a:t>. Donec </a:t>
            </a:r>
            <a:r>
              <a:rPr lang="en-US" dirty="0" err="1"/>
              <a:t>tincidunt</a:t>
            </a:r>
            <a:r>
              <a:rPr lang="en-US" dirty="0"/>
              <a:t> </a:t>
            </a:r>
            <a:r>
              <a:rPr lang="en-US" dirty="0" err="1"/>
              <a:t>nisl</a:t>
            </a:r>
            <a:r>
              <a:rPr lang="en-US" dirty="0"/>
              <a:t> at </a:t>
            </a:r>
            <a:r>
              <a:rPr lang="en-US" dirty="0" err="1"/>
              <a:t>accumsan</a:t>
            </a:r>
            <a:r>
              <a:rPr lang="en-US" dirty="0"/>
              <a:t> </a:t>
            </a:r>
            <a:r>
              <a:rPr lang="en-US" dirty="0" err="1"/>
              <a:t>mattis</a:t>
            </a:r>
            <a:r>
              <a:rPr lang="en-US" dirty="0"/>
              <a:t>. </a:t>
            </a:r>
            <a:r>
              <a:rPr lang="en-US" dirty="0" err="1"/>
              <a:t>Praesent</a:t>
            </a:r>
            <a:r>
              <a:rPr lang="en-US" dirty="0"/>
              <a:t> </a:t>
            </a:r>
            <a:r>
              <a:rPr lang="en-US" dirty="0" err="1"/>
              <a:t>posuere</a:t>
            </a:r>
            <a:r>
              <a:rPr lang="en-US" dirty="0"/>
              <a:t> </a:t>
            </a:r>
            <a:r>
              <a:rPr lang="en-US" dirty="0" err="1"/>
              <a:t>dignissim</a:t>
            </a:r>
            <a:r>
              <a:rPr lang="en-US" dirty="0"/>
              <a:t> </a:t>
            </a:r>
            <a:r>
              <a:rPr lang="en-US" dirty="0" err="1"/>
              <a:t>odio</a:t>
            </a:r>
            <a:r>
              <a:rPr lang="en-US" dirty="0"/>
              <a:t>, </a:t>
            </a:r>
            <a:r>
              <a:rPr lang="en-US" dirty="0" err="1"/>
              <a:t>eu</a:t>
            </a:r>
            <a:r>
              <a:rPr lang="en-US" dirty="0"/>
              <a:t> </a:t>
            </a:r>
            <a:r>
              <a:rPr lang="en-US" dirty="0" err="1"/>
              <a:t>accumsan</a:t>
            </a:r>
            <a:r>
              <a:rPr lang="en-US" dirty="0"/>
              <a:t> </a:t>
            </a:r>
            <a:r>
              <a:rPr lang="en-US" dirty="0" err="1"/>
              <a:t>nibh</a:t>
            </a:r>
            <a:r>
              <a:rPr lang="en-US" dirty="0"/>
              <a:t> </a:t>
            </a:r>
            <a:r>
              <a:rPr lang="en-US" dirty="0" err="1"/>
              <a:t>mollis</a:t>
            </a:r>
            <a:r>
              <a:rPr lang="en-US" dirty="0"/>
              <a:t> </a:t>
            </a:r>
            <a:r>
              <a:rPr lang="en-US" dirty="0" err="1"/>
              <a:t>eu</a:t>
            </a:r>
            <a:r>
              <a:rPr lang="en-US" dirty="0"/>
              <a:t>. </a:t>
            </a:r>
            <a:r>
              <a:rPr lang="en-US" dirty="0" err="1"/>
              <a:t>Aliquam</a:t>
            </a:r>
            <a:r>
              <a:rPr lang="en-US" dirty="0"/>
              <a:t> </a:t>
            </a:r>
            <a:r>
              <a:rPr lang="en-US" dirty="0" err="1"/>
              <a:t>scelerisque</a:t>
            </a:r>
            <a:r>
              <a:rPr lang="en-US" dirty="0"/>
              <a:t> lacinia </a:t>
            </a:r>
            <a:r>
              <a:rPr lang="en-US" dirty="0" err="1"/>
              <a:t>posuere</a:t>
            </a:r>
            <a:r>
              <a:rPr lang="en-US" dirty="0"/>
              <a:t>. </a:t>
            </a:r>
            <a:r>
              <a:rPr lang="en-US" dirty="0" err="1"/>
              <a:t>Nullam</a:t>
            </a:r>
            <a:r>
              <a:rPr lang="en-US" dirty="0"/>
              <a:t> cursus </a:t>
            </a:r>
            <a:r>
              <a:rPr lang="en-US" dirty="0" err="1"/>
              <a:t>venenatis</a:t>
            </a:r>
            <a:r>
              <a:rPr lang="en-US" dirty="0"/>
              <a:t> mi at </a:t>
            </a:r>
            <a:r>
              <a:rPr lang="en-US" dirty="0" err="1"/>
              <a:t>commodo</a:t>
            </a:r>
            <a:r>
              <a:rPr lang="en-US" dirty="0"/>
              <a:t>. </a:t>
            </a:r>
            <a:r>
              <a:rPr lang="en-US" dirty="0" err="1"/>
              <a:t>Nullam</a:t>
            </a:r>
            <a:r>
              <a:rPr lang="en-US" dirty="0"/>
              <a:t> </a:t>
            </a:r>
            <a:r>
              <a:rPr lang="en-US" dirty="0" err="1"/>
              <a:t>mollis</a:t>
            </a:r>
            <a:r>
              <a:rPr lang="en-US" dirty="0"/>
              <a:t> </a:t>
            </a:r>
            <a:r>
              <a:rPr lang="en-US" dirty="0" err="1"/>
              <a:t>quam</a:t>
            </a:r>
            <a:r>
              <a:rPr lang="en-US" dirty="0"/>
              <a:t> a dolor fermentum, sit </a:t>
            </a:r>
            <a:r>
              <a:rPr lang="en-US" dirty="0" err="1"/>
              <a:t>amet</a:t>
            </a:r>
            <a:r>
              <a:rPr lang="en-US" dirty="0"/>
              <a:t> </a:t>
            </a:r>
            <a:r>
              <a:rPr lang="en-US" dirty="0" err="1"/>
              <a:t>condimentum</a:t>
            </a:r>
            <a:r>
              <a:rPr lang="en-US" dirty="0"/>
              <a:t> </a:t>
            </a:r>
            <a:r>
              <a:rPr lang="en-US" dirty="0" err="1"/>
              <a:t>sem</a:t>
            </a:r>
            <a:r>
              <a:rPr lang="en-US" dirty="0"/>
              <a:t> </a:t>
            </a:r>
            <a:r>
              <a:rPr lang="en-US" dirty="0" err="1"/>
              <a:t>facilisis</a:t>
            </a:r>
            <a:r>
              <a:rPr lang="en-US" dirty="0"/>
              <a:t>. Donec </a:t>
            </a:r>
            <a:r>
              <a:rPr lang="en-US" dirty="0" err="1"/>
              <a:t>eget</a:t>
            </a:r>
            <a:r>
              <a:rPr lang="en-US" dirty="0"/>
              <a:t> </a:t>
            </a:r>
            <a:r>
              <a:rPr lang="en-US" dirty="0" err="1"/>
              <a:t>lobortis</a:t>
            </a:r>
            <a:r>
              <a:rPr lang="en-US" dirty="0"/>
              <a:t> nisi. </a:t>
            </a:r>
            <a:r>
              <a:rPr lang="en-US" dirty="0" err="1"/>
              <a:t>Nulla</a:t>
            </a:r>
            <a:r>
              <a:rPr lang="en-US" dirty="0"/>
              <a:t> </a:t>
            </a:r>
            <a:r>
              <a:rPr lang="en-US" dirty="0" err="1"/>
              <a:t>facilisi</a:t>
            </a:r>
            <a:r>
              <a:rPr lang="en-US" dirty="0"/>
              <a:t>. Ut ex diam.</a:t>
            </a:r>
          </a:p>
        </p:txBody>
      </p:sp>
      <p:pic>
        <p:nvPicPr>
          <p:cNvPr id="17" name="Graphic 16" descr="Male profile outline">
            <a:extLst>
              <a:ext uri="{FF2B5EF4-FFF2-40B4-BE49-F238E27FC236}">
                <a16:creationId xmlns:a16="http://schemas.microsoft.com/office/drawing/2014/main" id="{E8F7B51B-9CF7-465C-012B-4A3E2B6FD2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5281" y="1657349"/>
            <a:ext cx="1928675" cy="1685925"/>
          </a:xfrm>
          <a:prstGeom prst="rect">
            <a:avLst/>
          </a:prstGeom>
        </p:spPr>
      </p:pic>
      <p:pic>
        <p:nvPicPr>
          <p:cNvPr id="20" name="Graphic 19" descr="Kitten outline">
            <a:extLst>
              <a:ext uri="{FF2B5EF4-FFF2-40B4-BE49-F238E27FC236}">
                <a16:creationId xmlns:a16="http://schemas.microsoft.com/office/drawing/2014/main" id="{31496F45-8ACE-7CE4-3A81-7931B44254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76974" y="1666875"/>
            <a:ext cx="1914081" cy="1682496"/>
          </a:xfrm>
          <a:prstGeom prst="rect">
            <a:avLst/>
          </a:prstGeom>
        </p:spPr>
      </p:pic>
    </p:spTree>
    <p:extLst>
      <p:ext uri="{BB962C8B-B14F-4D97-AF65-F5344CB8AC3E}">
        <p14:creationId xmlns:p14="http://schemas.microsoft.com/office/powerpoint/2010/main" val="1429978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63AD29E4-A786-FBED-D75E-632196A85F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A88510A-D5DD-3555-8B9B-BEAB596775EB}"/>
              </a:ext>
            </a:extLst>
          </p:cNvPr>
          <p:cNvSpPr txBox="1"/>
          <p:nvPr/>
        </p:nvSpPr>
        <p:spPr>
          <a:xfrm>
            <a:off x="5068128" y="176860"/>
            <a:ext cx="1722098" cy="36576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9A6B934F-A480-5B60-2EB0-26D1BD01C131}"/>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7DFDCAD6-7B9C-E0A6-1281-66562C358D57}"/>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C45AF238-8A44-2C88-D2DC-7CB684C45B8D}"/>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429E1C04-E401-7A9A-87A7-887FB3FADCB6}"/>
              </a:ext>
            </a:extLst>
          </p:cNvPr>
          <p:cNvSpPr txBox="1"/>
          <p:nvPr/>
        </p:nvSpPr>
        <p:spPr>
          <a:xfrm>
            <a:off x="865771" y="173612"/>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0EE756C4-1AAC-B3F5-DB1E-FF2B6FBE8615}"/>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684AA0E4-AA42-249C-B5C1-55B7B9F30206}"/>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2F43EAA7-00EB-BA9F-A5E0-B73CB0CE8E3E}"/>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80DF77A0-00A9-26C1-16EE-C77921FDC7A5}"/>
              </a:ext>
            </a:extLst>
          </p:cNvPr>
          <p:cNvSpPr txBox="1"/>
          <p:nvPr/>
        </p:nvSpPr>
        <p:spPr>
          <a:xfrm>
            <a:off x="4651038" y="941151"/>
            <a:ext cx="2988012" cy="369332"/>
          </a:xfrm>
          <a:prstGeom prst="rect">
            <a:avLst/>
          </a:prstGeom>
          <a:noFill/>
          <a:ln>
            <a:noFill/>
          </a:ln>
        </p:spPr>
        <p:txBody>
          <a:bodyPr wrap="square" rtlCol="0">
            <a:spAutoFit/>
          </a:bodyPr>
          <a:lstStyle/>
          <a:p>
            <a:r>
              <a:rPr lang="en-US" dirty="0"/>
              <a:t>---- Books &amp; Audio Books ----</a:t>
            </a:r>
          </a:p>
        </p:txBody>
      </p:sp>
      <p:sp>
        <p:nvSpPr>
          <p:cNvPr id="2" name="TextBox 1">
            <a:extLst>
              <a:ext uri="{FF2B5EF4-FFF2-40B4-BE49-F238E27FC236}">
                <a16:creationId xmlns:a16="http://schemas.microsoft.com/office/drawing/2014/main" id="{4F4DC85D-01A1-3568-960B-5CA67B81D944}"/>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
        <p:nvSpPr>
          <p:cNvPr id="3" name="TextBox 2">
            <a:extLst>
              <a:ext uri="{FF2B5EF4-FFF2-40B4-BE49-F238E27FC236}">
                <a16:creationId xmlns:a16="http://schemas.microsoft.com/office/drawing/2014/main" id="{C3B65142-6C31-6873-1523-F44505DCA5B5}"/>
              </a:ext>
            </a:extLst>
          </p:cNvPr>
          <p:cNvSpPr txBox="1"/>
          <p:nvPr/>
        </p:nvSpPr>
        <p:spPr>
          <a:xfrm>
            <a:off x="86577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Home</a:t>
            </a:r>
          </a:p>
        </p:txBody>
      </p:sp>
      <p:sp>
        <p:nvSpPr>
          <p:cNvPr id="5" name="TextBox 4">
            <a:extLst>
              <a:ext uri="{FF2B5EF4-FFF2-40B4-BE49-F238E27FC236}">
                <a16:creationId xmlns:a16="http://schemas.microsoft.com/office/drawing/2014/main" id="{7143AD23-5FA7-42EB-A814-4810D4E7440F}"/>
              </a:ext>
            </a:extLst>
          </p:cNvPr>
          <p:cNvSpPr txBox="1"/>
          <p:nvPr/>
        </p:nvSpPr>
        <p:spPr>
          <a:xfrm>
            <a:off x="865772" y="1714500"/>
            <a:ext cx="1496430" cy="3970318"/>
          </a:xfrm>
          <a:prstGeom prst="rect">
            <a:avLst/>
          </a:prstGeom>
          <a:noFill/>
          <a:ln>
            <a:solidFill>
              <a:schemeClr val="tx1"/>
            </a:solidFill>
          </a:ln>
        </p:spPr>
        <p:txBody>
          <a:bodyPr wrap="square" rtlCol="0">
            <a:spAutoFit/>
          </a:bodyPr>
          <a:lstStyle/>
          <a:p>
            <a:r>
              <a:rPr lang="en-US" u="sng" dirty="0"/>
              <a:t>Book I</a:t>
            </a:r>
          </a:p>
          <a:p>
            <a:r>
              <a:rPr lang="en-US" u="sng" dirty="0"/>
              <a:t>Book II</a:t>
            </a:r>
          </a:p>
          <a:p>
            <a:r>
              <a:rPr lang="en-US" u="sng" dirty="0"/>
              <a:t>Book III</a:t>
            </a:r>
          </a:p>
          <a:p>
            <a:r>
              <a:rPr lang="en-US" u="sng" dirty="0"/>
              <a:t>Book IV</a:t>
            </a:r>
          </a:p>
          <a:p>
            <a:r>
              <a:rPr lang="en-US" u="sng" dirty="0"/>
              <a:t>Book V</a:t>
            </a:r>
          </a:p>
          <a:p>
            <a:r>
              <a:rPr lang="en-US" u="sng" dirty="0"/>
              <a:t>Book VI</a:t>
            </a:r>
          </a:p>
          <a:p>
            <a:r>
              <a:rPr lang="en-US" u="sng" dirty="0"/>
              <a:t>Book VII</a:t>
            </a:r>
          </a:p>
          <a:p>
            <a:r>
              <a:rPr lang="en-US" u="sng" dirty="0"/>
              <a:t>Book VIII</a:t>
            </a:r>
          </a:p>
          <a:p>
            <a:endParaRPr lang="en-US" u="sng" dirty="0"/>
          </a:p>
          <a:p>
            <a:endParaRPr lang="en-US" u="sng" dirty="0"/>
          </a:p>
          <a:p>
            <a:endParaRPr lang="en-US" u="sng" dirty="0"/>
          </a:p>
          <a:p>
            <a:endParaRPr lang="en-US" u="sng" dirty="0"/>
          </a:p>
          <a:p>
            <a:endParaRPr lang="en-US" u="sng" dirty="0"/>
          </a:p>
          <a:p>
            <a:endParaRPr lang="en-US" u="sng" dirty="0"/>
          </a:p>
        </p:txBody>
      </p:sp>
      <p:sp>
        <p:nvSpPr>
          <p:cNvPr id="20" name="Arrow: Down 19">
            <a:extLst>
              <a:ext uri="{FF2B5EF4-FFF2-40B4-BE49-F238E27FC236}">
                <a16:creationId xmlns:a16="http://schemas.microsoft.com/office/drawing/2014/main" id="{EC22E665-A991-435C-86C8-08D837899867}"/>
              </a:ext>
            </a:extLst>
          </p:cNvPr>
          <p:cNvSpPr/>
          <p:nvPr/>
        </p:nvSpPr>
        <p:spPr>
          <a:xfrm>
            <a:off x="3252041"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Down 20">
            <a:extLst>
              <a:ext uri="{FF2B5EF4-FFF2-40B4-BE49-F238E27FC236}">
                <a16:creationId xmlns:a16="http://schemas.microsoft.com/office/drawing/2014/main" id="{1FA61F3E-7EEF-7E38-E704-9D56A55EE86F}"/>
              </a:ext>
            </a:extLst>
          </p:cNvPr>
          <p:cNvSpPr/>
          <p:nvPr/>
        </p:nvSpPr>
        <p:spPr>
          <a:xfrm>
            <a:off x="2774787"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Down 21">
            <a:extLst>
              <a:ext uri="{FF2B5EF4-FFF2-40B4-BE49-F238E27FC236}">
                <a16:creationId xmlns:a16="http://schemas.microsoft.com/office/drawing/2014/main" id="{B7CEAF4A-398A-C56A-9A2F-AD8ECF0F74D5}"/>
              </a:ext>
            </a:extLst>
          </p:cNvPr>
          <p:cNvSpPr/>
          <p:nvPr/>
        </p:nvSpPr>
        <p:spPr>
          <a:xfrm>
            <a:off x="4204415"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Down 22">
            <a:extLst>
              <a:ext uri="{FF2B5EF4-FFF2-40B4-BE49-F238E27FC236}">
                <a16:creationId xmlns:a16="http://schemas.microsoft.com/office/drawing/2014/main" id="{6245DE80-34D2-2736-CB58-6F51194DF276}"/>
              </a:ext>
            </a:extLst>
          </p:cNvPr>
          <p:cNvSpPr/>
          <p:nvPr/>
        </p:nvSpPr>
        <p:spPr>
          <a:xfrm>
            <a:off x="3727161"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2ECBDB47-795A-999D-61E7-645CB37B66D3}"/>
              </a:ext>
            </a:extLst>
          </p:cNvPr>
          <p:cNvSpPr/>
          <p:nvPr/>
        </p:nvSpPr>
        <p:spPr>
          <a:xfrm>
            <a:off x="5142729"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Down 24">
            <a:extLst>
              <a:ext uri="{FF2B5EF4-FFF2-40B4-BE49-F238E27FC236}">
                <a16:creationId xmlns:a16="http://schemas.microsoft.com/office/drawing/2014/main" id="{328EF8E5-42F9-1043-68CA-7DF3EA3F8956}"/>
              </a:ext>
            </a:extLst>
          </p:cNvPr>
          <p:cNvSpPr/>
          <p:nvPr/>
        </p:nvSpPr>
        <p:spPr>
          <a:xfrm>
            <a:off x="4665475"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Down 27">
            <a:extLst>
              <a:ext uri="{FF2B5EF4-FFF2-40B4-BE49-F238E27FC236}">
                <a16:creationId xmlns:a16="http://schemas.microsoft.com/office/drawing/2014/main" id="{1DF5E881-3BD3-45FB-EAC1-ACB300F3A6B7}"/>
              </a:ext>
            </a:extLst>
          </p:cNvPr>
          <p:cNvSpPr/>
          <p:nvPr/>
        </p:nvSpPr>
        <p:spPr>
          <a:xfrm>
            <a:off x="6209548"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Down 28">
            <a:extLst>
              <a:ext uri="{FF2B5EF4-FFF2-40B4-BE49-F238E27FC236}">
                <a16:creationId xmlns:a16="http://schemas.microsoft.com/office/drawing/2014/main" id="{12348D00-44A3-6D61-6237-A41E1F0B8128}"/>
              </a:ext>
            </a:extLst>
          </p:cNvPr>
          <p:cNvSpPr/>
          <p:nvPr/>
        </p:nvSpPr>
        <p:spPr>
          <a:xfrm>
            <a:off x="5732294"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282A4EBF-F240-4558-534A-926E749CF5F6}"/>
              </a:ext>
            </a:extLst>
          </p:cNvPr>
          <p:cNvSpPr/>
          <p:nvPr/>
        </p:nvSpPr>
        <p:spPr>
          <a:xfrm>
            <a:off x="7164056"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FCF6BF38-159A-80CB-A694-CCD36F6EF265}"/>
              </a:ext>
            </a:extLst>
          </p:cNvPr>
          <p:cNvSpPr/>
          <p:nvPr/>
        </p:nvSpPr>
        <p:spPr>
          <a:xfrm>
            <a:off x="6686802"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45DCF811-8A8F-B2CE-1EE0-35C40A4AE69A}"/>
              </a:ext>
            </a:extLst>
          </p:cNvPr>
          <p:cNvSpPr/>
          <p:nvPr/>
        </p:nvSpPr>
        <p:spPr>
          <a:xfrm>
            <a:off x="8118564"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Down 32">
            <a:extLst>
              <a:ext uri="{FF2B5EF4-FFF2-40B4-BE49-F238E27FC236}">
                <a16:creationId xmlns:a16="http://schemas.microsoft.com/office/drawing/2014/main" id="{2B0A21EE-5FE8-3601-998C-0041501C4611}"/>
              </a:ext>
            </a:extLst>
          </p:cNvPr>
          <p:cNvSpPr/>
          <p:nvPr/>
        </p:nvSpPr>
        <p:spPr>
          <a:xfrm>
            <a:off x="7641310"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Down 33">
            <a:extLst>
              <a:ext uri="{FF2B5EF4-FFF2-40B4-BE49-F238E27FC236}">
                <a16:creationId xmlns:a16="http://schemas.microsoft.com/office/drawing/2014/main" id="{4B91120A-E109-7398-2883-F9B3E30580B1}"/>
              </a:ext>
            </a:extLst>
          </p:cNvPr>
          <p:cNvSpPr/>
          <p:nvPr/>
        </p:nvSpPr>
        <p:spPr>
          <a:xfrm>
            <a:off x="9070938"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Down 34">
            <a:extLst>
              <a:ext uri="{FF2B5EF4-FFF2-40B4-BE49-F238E27FC236}">
                <a16:creationId xmlns:a16="http://schemas.microsoft.com/office/drawing/2014/main" id="{B3137700-70AC-01BD-4E1D-AC0314F5EE34}"/>
              </a:ext>
            </a:extLst>
          </p:cNvPr>
          <p:cNvSpPr/>
          <p:nvPr/>
        </p:nvSpPr>
        <p:spPr>
          <a:xfrm>
            <a:off x="8593684"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Down 35">
            <a:extLst>
              <a:ext uri="{FF2B5EF4-FFF2-40B4-BE49-F238E27FC236}">
                <a16:creationId xmlns:a16="http://schemas.microsoft.com/office/drawing/2014/main" id="{905132D3-A295-0283-EA95-97AF91B15132}"/>
              </a:ext>
            </a:extLst>
          </p:cNvPr>
          <p:cNvSpPr/>
          <p:nvPr/>
        </p:nvSpPr>
        <p:spPr>
          <a:xfrm>
            <a:off x="10009252"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Down 36">
            <a:extLst>
              <a:ext uri="{FF2B5EF4-FFF2-40B4-BE49-F238E27FC236}">
                <a16:creationId xmlns:a16="http://schemas.microsoft.com/office/drawing/2014/main" id="{EF3C672B-7F93-0441-E3BB-E5B8C0D362A4}"/>
              </a:ext>
            </a:extLst>
          </p:cNvPr>
          <p:cNvSpPr/>
          <p:nvPr/>
        </p:nvSpPr>
        <p:spPr>
          <a:xfrm>
            <a:off x="9531998"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Down 37">
            <a:extLst>
              <a:ext uri="{FF2B5EF4-FFF2-40B4-BE49-F238E27FC236}">
                <a16:creationId xmlns:a16="http://schemas.microsoft.com/office/drawing/2014/main" id="{2DE5F871-87B8-DF0D-BC2F-007327B44798}"/>
              </a:ext>
            </a:extLst>
          </p:cNvPr>
          <p:cNvSpPr/>
          <p:nvPr/>
        </p:nvSpPr>
        <p:spPr>
          <a:xfrm>
            <a:off x="11015554"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Down 38">
            <a:extLst>
              <a:ext uri="{FF2B5EF4-FFF2-40B4-BE49-F238E27FC236}">
                <a16:creationId xmlns:a16="http://schemas.microsoft.com/office/drawing/2014/main" id="{3BD5CE15-8293-52B1-909D-1BF24194CA8C}"/>
              </a:ext>
            </a:extLst>
          </p:cNvPr>
          <p:cNvSpPr/>
          <p:nvPr/>
        </p:nvSpPr>
        <p:spPr>
          <a:xfrm>
            <a:off x="10538300" y="6019800"/>
            <a:ext cx="310675" cy="2095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descr="Closed book outline">
            <a:extLst>
              <a:ext uri="{FF2B5EF4-FFF2-40B4-BE49-F238E27FC236}">
                <a16:creationId xmlns:a16="http://schemas.microsoft.com/office/drawing/2014/main" id="{E643851F-D282-747F-0E53-9C4544761D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64510" y="1714500"/>
            <a:ext cx="914400" cy="914400"/>
          </a:xfrm>
          <a:prstGeom prst="rect">
            <a:avLst/>
          </a:prstGeom>
        </p:spPr>
      </p:pic>
      <p:sp>
        <p:nvSpPr>
          <p:cNvPr id="42" name="TextBox 41">
            <a:extLst>
              <a:ext uri="{FF2B5EF4-FFF2-40B4-BE49-F238E27FC236}">
                <a16:creationId xmlns:a16="http://schemas.microsoft.com/office/drawing/2014/main" id="{E7D5E4C5-1E04-D3BA-B150-CED8EC06AD8C}"/>
              </a:ext>
            </a:extLst>
          </p:cNvPr>
          <p:cNvSpPr txBox="1"/>
          <p:nvPr/>
        </p:nvSpPr>
        <p:spPr>
          <a:xfrm>
            <a:off x="3562716" y="1714500"/>
            <a:ext cx="7750565" cy="1815882"/>
          </a:xfrm>
          <a:prstGeom prst="rect">
            <a:avLst/>
          </a:prstGeom>
          <a:noFill/>
        </p:spPr>
        <p:txBody>
          <a:bodyPr wrap="square" rtlCol="0">
            <a:spAutoFit/>
          </a:bodyPr>
          <a:lstStyle/>
          <a:p>
            <a:r>
              <a:rPr lang="en-US" sz="1600" dirty="0"/>
              <a:t>Title: Dungeon Crawler Carl</a:t>
            </a:r>
          </a:p>
          <a:p>
            <a:r>
              <a:rPr lang="en-US" sz="1600" dirty="0"/>
              <a:t>Book: I</a:t>
            </a:r>
          </a:p>
          <a:p>
            <a:r>
              <a:rPr lang="en-US" sz="1600" dirty="0"/>
              <a:t>Blurb: Lorem ipsum dolor sit </a:t>
            </a:r>
            <a:r>
              <a:rPr lang="en-US" sz="1600" dirty="0" err="1"/>
              <a:t>amet</a:t>
            </a:r>
            <a:r>
              <a:rPr lang="en-US" sz="1600" dirty="0"/>
              <a:t>, </a:t>
            </a:r>
            <a:r>
              <a:rPr lang="en-US" sz="1600" dirty="0" err="1"/>
              <a:t>consectetur</a:t>
            </a:r>
            <a:r>
              <a:rPr lang="en-US" sz="1600" dirty="0"/>
              <a:t> </a:t>
            </a:r>
            <a:r>
              <a:rPr lang="en-US" sz="1600" dirty="0" err="1"/>
              <a:t>adipiscing</a:t>
            </a:r>
            <a:r>
              <a:rPr lang="en-US" sz="1600" dirty="0"/>
              <a:t> </a:t>
            </a:r>
            <a:r>
              <a:rPr lang="en-US" sz="1600" dirty="0" err="1"/>
              <a:t>elit</a:t>
            </a:r>
            <a:r>
              <a:rPr lang="en-US" sz="1600" dirty="0"/>
              <a:t>. </a:t>
            </a:r>
            <a:r>
              <a:rPr lang="en-US" sz="1600" dirty="0" err="1"/>
              <a:t>Quisque</a:t>
            </a:r>
            <a:r>
              <a:rPr lang="en-US" sz="1600" dirty="0"/>
              <a:t> </a:t>
            </a:r>
            <a:r>
              <a:rPr lang="en-US" sz="1600" dirty="0" err="1"/>
              <a:t>elementum</a:t>
            </a:r>
            <a:r>
              <a:rPr lang="en-US" sz="1600" dirty="0"/>
              <a:t> est in </a:t>
            </a:r>
            <a:r>
              <a:rPr lang="en-US" sz="1600" dirty="0" err="1"/>
              <a:t>venenatis</a:t>
            </a:r>
            <a:r>
              <a:rPr lang="en-US" sz="1600" dirty="0"/>
              <a:t> convallis. </a:t>
            </a:r>
            <a:r>
              <a:rPr lang="en-US" sz="1600" dirty="0" err="1"/>
              <a:t>Nulla</a:t>
            </a:r>
            <a:r>
              <a:rPr lang="en-US" sz="1600" dirty="0"/>
              <a:t> </a:t>
            </a:r>
            <a:r>
              <a:rPr lang="en-US" sz="1600" dirty="0" err="1"/>
              <a:t>sagittis</a:t>
            </a:r>
            <a:r>
              <a:rPr lang="en-US" sz="1600" dirty="0"/>
              <a:t> </a:t>
            </a:r>
            <a:r>
              <a:rPr lang="en-US" sz="1600" dirty="0" err="1"/>
              <a:t>massa</a:t>
            </a:r>
            <a:r>
              <a:rPr lang="en-US" sz="1600" dirty="0"/>
              <a:t> eros, </a:t>
            </a:r>
            <a:r>
              <a:rPr lang="en-US" sz="1600" dirty="0" err="1"/>
              <a:t>quis</a:t>
            </a:r>
            <a:r>
              <a:rPr lang="en-US" sz="1600" dirty="0"/>
              <a:t> dictum ipsum </a:t>
            </a:r>
            <a:r>
              <a:rPr lang="en-US" sz="1600" dirty="0" err="1"/>
              <a:t>sollicitudin</a:t>
            </a:r>
            <a:r>
              <a:rPr lang="en-US" sz="1600" dirty="0"/>
              <a:t> </a:t>
            </a:r>
            <a:r>
              <a:rPr lang="en-US" sz="1600" dirty="0" err="1"/>
              <a:t>placerat</a:t>
            </a:r>
            <a:r>
              <a:rPr lang="en-US" sz="1600" dirty="0"/>
              <a:t>. </a:t>
            </a:r>
            <a:r>
              <a:rPr lang="en-US" sz="1600" dirty="0" err="1"/>
              <a:t>Etiam</a:t>
            </a:r>
            <a:r>
              <a:rPr lang="en-US" sz="1600" dirty="0"/>
              <a:t> sit </a:t>
            </a:r>
            <a:r>
              <a:rPr lang="en-US" sz="1600" dirty="0" err="1"/>
              <a:t>amet</a:t>
            </a:r>
            <a:r>
              <a:rPr lang="en-US" sz="1600" dirty="0"/>
              <a:t> </a:t>
            </a:r>
            <a:r>
              <a:rPr lang="en-US" sz="1600" dirty="0" err="1"/>
              <a:t>urna</a:t>
            </a:r>
            <a:r>
              <a:rPr lang="en-US" sz="1600" dirty="0"/>
              <a:t> </a:t>
            </a:r>
            <a:r>
              <a:rPr lang="en-US" sz="1600" dirty="0" err="1"/>
              <a:t>pretium</a:t>
            </a:r>
            <a:r>
              <a:rPr lang="en-US" sz="1600" dirty="0"/>
              <a:t>, </a:t>
            </a:r>
            <a:r>
              <a:rPr lang="en-US" sz="1600" dirty="0" err="1"/>
              <a:t>aliquet</a:t>
            </a:r>
            <a:r>
              <a:rPr lang="en-US" sz="1600" dirty="0"/>
              <a:t> </a:t>
            </a:r>
            <a:r>
              <a:rPr lang="en-US" sz="1600" dirty="0" err="1"/>
              <a:t>felis</a:t>
            </a:r>
            <a:r>
              <a:rPr lang="en-US" sz="1600" dirty="0"/>
              <a:t> </a:t>
            </a:r>
            <a:r>
              <a:rPr lang="en-US" sz="1600" dirty="0" err="1"/>
              <a:t>pellentesque</a:t>
            </a:r>
            <a:r>
              <a:rPr lang="en-US" sz="1600" dirty="0"/>
              <a:t>, </a:t>
            </a:r>
            <a:r>
              <a:rPr lang="en-US" sz="1600" dirty="0" err="1"/>
              <a:t>efficitur</a:t>
            </a:r>
            <a:r>
              <a:rPr lang="en-US" sz="1600" dirty="0"/>
              <a:t> ante. Vestibulum </a:t>
            </a:r>
            <a:r>
              <a:rPr lang="en-US" sz="1600" dirty="0" err="1"/>
              <a:t>quis</a:t>
            </a:r>
            <a:r>
              <a:rPr lang="en-US" sz="1600" dirty="0"/>
              <a:t> maximus </a:t>
            </a:r>
            <a:r>
              <a:rPr lang="en-US" sz="1600" dirty="0" err="1"/>
              <a:t>enim</a:t>
            </a:r>
            <a:r>
              <a:rPr lang="en-US" sz="1600" dirty="0"/>
              <a:t>. Donec </a:t>
            </a:r>
            <a:r>
              <a:rPr lang="en-US" sz="1600" dirty="0" err="1"/>
              <a:t>congue</a:t>
            </a:r>
            <a:r>
              <a:rPr lang="en-US" sz="1600" dirty="0"/>
              <a:t> sed. </a:t>
            </a:r>
          </a:p>
          <a:p>
            <a:r>
              <a:rPr lang="en-US" sz="1600" dirty="0"/>
              <a:t>Audible sample link: </a:t>
            </a:r>
            <a:r>
              <a:rPr lang="en-US" sz="1600" dirty="0" err="1"/>
              <a:t>SampleLink</a:t>
            </a:r>
            <a:endParaRPr lang="en-US" sz="1600" dirty="0"/>
          </a:p>
        </p:txBody>
      </p:sp>
      <p:pic>
        <p:nvPicPr>
          <p:cNvPr id="43" name="Graphic 42" descr="Closed book outline">
            <a:extLst>
              <a:ext uri="{FF2B5EF4-FFF2-40B4-BE49-F238E27FC236}">
                <a16:creationId xmlns:a16="http://schemas.microsoft.com/office/drawing/2014/main" id="{62B5C47C-F11C-C1D2-4197-538BBD7B62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64510" y="3854355"/>
            <a:ext cx="914400" cy="914400"/>
          </a:xfrm>
          <a:prstGeom prst="rect">
            <a:avLst/>
          </a:prstGeom>
        </p:spPr>
      </p:pic>
      <p:sp>
        <p:nvSpPr>
          <p:cNvPr id="44" name="TextBox 43">
            <a:extLst>
              <a:ext uri="{FF2B5EF4-FFF2-40B4-BE49-F238E27FC236}">
                <a16:creationId xmlns:a16="http://schemas.microsoft.com/office/drawing/2014/main" id="{EB648E55-AF3A-F350-3AAA-1F72B86BC1C9}"/>
              </a:ext>
            </a:extLst>
          </p:cNvPr>
          <p:cNvSpPr txBox="1"/>
          <p:nvPr/>
        </p:nvSpPr>
        <p:spPr>
          <a:xfrm>
            <a:off x="3562716" y="3854355"/>
            <a:ext cx="7750565" cy="1815882"/>
          </a:xfrm>
          <a:prstGeom prst="rect">
            <a:avLst/>
          </a:prstGeom>
          <a:noFill/>
        </p:spPr>
        <p:txBody>
          <a:bodyPr wrap="square" rtlCol="0">
            <a:spAutoFit/>
          </a:bodyPr>
          <a:lstStyle/>
          <a:p>
            <a:r>
              <a:rPr lang="en-US" sz="1600" dirty="0"/>
              <a:t>Title: Carl's Doomsday Scenario</a:t>
            </a:r>
          </a:p>
          <a:p>
            <a:r>
              <a:rPr lang="en-US" sz="1600" dirty="0"/>
              <a:t>Book: 2</a:t>
            </a:r>
          </a:p>
          <a:p>
            <a:r>
              <a:rPr lang="en-US" sz="1600" dirty="0"/>
              <a:t>Blurb: Lorem ipsum dolor sit </a:t>
            </a:r>
            <a:r>
              <a:rPr lang="en-US" sz="1600" dirty="0" err="1"/>
              <a:t>amet</a:t>
            </a:r>
            <a:r>
              <a:rPr lang="en-US" sz="1600" dirty="0"/>
              <a:t>, </a:t>
            </a:r>
            <a:r>
              <a:rPr lang="en-US" sz="1600" dirty="0" err="1"/>
              <a:t>consectetur</a:t>
            </a:r>
            <a:r>
              <a:rPr lang="en-US" sz="1600" dirty="0"/>
              <a:t> </a:t>
            </a:r>
            <a:r>
              <a:rPr lang="en-US" sz="1600" dirty="0" err="1"/>
              <a:t>adipiscing</a:t>
            </a:r>
            <a:r>
              <a:rPr lang="en-US" sz="1600" dirty="0"/>
              <a:t> </a:t>
            </a:r>
            <a:r>
              <a:rPr lang="en-US" sz="1600" dirty="0" err="1"/>
              <a:t>elit</a:t>
            </a:r>
            <a:r>
              <a:rPr lang="en-US" sz="1600" dirty="0"/>
              <a:t>. </a:t>
            </a:r>
            <a:r>
              <a:rPr lang="en-US" sz="1600" dirty="0" err="1"/>
              <a:t>Quisque</a:t>
            </a:r>
            <a:r>
              <a:rPr lang="en-US" sz="1600" dirty="0"/>
              <a:t> </a:t>
            </a:r>
            <a:r>
              <a:rPr lang="en-US" sz="1600" dirty="0" err="1"/>
              <a:t>elementum</a:t>
            </a:r>
            <a:r>
              <a:rPr lang="en-US" sz="1600" dirty="0"/>
              <a:t> est in </a:t>
            </a:r>
            <a:r>
              <a:rPr lang="en-US" sz="1600" dirty="0" err="1"/>
              <a:t>venenatis</a:t>
            </a:r>
            <a:r>
              <a:rPr lang="en-US" sz="1600" dirty="0"/>
              <a:t> convallis. </a:t>
            </a:r>
            <a:r>
              <a:rPr lang="en-US" sz="1600" dirty="0" err="1"/>
              <a:t>Nulla</a:t>
            </a:r>
            <a:r>
              <a:rPr lang="en-US" sz="1600" dirty="0"/>
              <a:t> </a:t>
            </a:r>
            <a:r>
              <a:rPr lang="en-US" sz="1600" dirty="0" err="1"/>
              <a:t>sagittis</a:t>
            </a:r>
            <a:r>
              <a:rPr lang="en-US" sz="1600" dirty="0"/>
              <a:t> </a:t>
            </a:r>
            <a:r>
              <a:rPr lang="en-US" sz="1600" dirty="0" err="1"/>
              <a:t>massa</a:t>
            </a:r>
            <a:r>
              <a:rPr lang="en-US" sz="1600" dirty="0"/>
              <a:t> eros, </a:t>
            </a:r>
            <a:r>
              <a:rPr lang="en-US" sz="1600" dirty="0" err="1"/>
              <a:t>quis</a:t>
            </a:r>
            <a:r>
              <a:rPr lang="en-US" sz="1600" dirty="0"/>
              <a:t> dictum ipsum </a:t>
            </a:r>
            <a:r>
              <a:rPr lang="en-US" sz="1600" dirty="0" err="1"/>
              <a:t>sollicitudin</a:t>
            </a:r>
            <a:r>
              <a:rPr lang="en-US" sz="1600" dirty="0"/>
              <a:t> </a:t>
            </a:r>
            <a:r>
              <a:rPr lang="en-US" sz="1600" dirty="0" err="1"/>
              <a:t>placerat</a:t>
            </a:r>
            <a:r>
              <a:rPr lang="en-US" sz="1600" dirty="0"/>
              <a:t>. </a:t>
            </a:r>
            <a:r>
              <a:rPr lang="en-US" sz="1600" dirty="0" err="1"/>
              <a:t>Etiam</a:t>
            </a:r>
            <a:r>
              <a:rPr lang="en-US" sz="1600" dirty="0"/>
              <a:t> sit </a:t>
            </a:r>
            <a:r>
              <a:rPr lang="en-US" sz="1600" dirty="0" err="1"/>
              <a:t>amet</a:t>
            </a:r>
            <a:r>
              <a:rPr lang="en-US" sz="1600" dirty="0"/>
              <a:t> </a:t>
            </a:r>
            <a:r>
              <a:rPr lang="en-US" sz="1600" dirty="0" err="1"/>
              <a:t>urna</a:t>
            </a:r>
            <a:r>
              <a:rPr lang="en-US" sz="1600" dirty="0"/>
              <a:t> </a:t>
            </a:r>
            <a:r>
              <a:rPr lang="en-US" sz="1600" dirty="0" err="1"/>
              <a:t>pretium</a:t>
            </a:r>
            <a:r>
              <a:rPr lang="en-US" sz="1600" dirty="0"/>
              <a:t>, </a:t>
            </a:r>
            <a:r>
              <a:rPr lang="en-US" sz="1600" dirty="0" err="1"/>
              <a:t>aliquet</a:t>
            </a:r>
            <a:r>
              <a:rPr lang="en-US" sz="1600" dirty="0"/>
              <a:t> </a:t>
            </a:r>
            <a:r>
              <a:rPr lang="en-US" sz="1600" dirty="0" err="1"/>
              <a:t>felis</a:t>
            </a:r>
            <a:r>
              <a:rPr lang="en-US" sz="1600" dirty="0"/>
              <a:t> </a:t>
            </a:r>
            <a:r>
              <a:rPr lang="en-US" sz="1600" dirty="0" err="1"/>
              <a:t>pellentesque</a:t>
            </a:r>
            <a:r>
              <a:rPr lang="en-US" sz="1600" dirty="0"/>
              <a:t>, </a:t>
            </a:r>
            <a:r>
              <a:rPr lang="en-US" sz="1600" dirty="0" err="1"/>
              <a:t>efficitur</a:t>
            </a:r>
            <a:r>
              <a:rPr lang="en-US" sz="1600" dirty="0"/>
              <a:t> ante. Vestibulum </a:t>
            </a:r>
            <a:r>
              <a:rPr lang="en-US" sz="1600" dirty="0" err="1"/>
              <a:t>quis</a:t>
            </a:r>
            <a:r>
              <a:rPr lang="en-US" sz="1600" dirty="0"/>
              <a:t> maximus </a:t>
            </a:r>
            <a:r>
              <a:rPr lang="en-US" sz="1600" dirty="0" err="1"/>
              <a:t>enim</a:t>
            </a:r>
            <a:r>
              <a:rPr lang="en-US" sz="1600" dirty="0"/>
              <a:t>. Donec </a:t>
            </a:r>
            <a:r>
              <a:rPr lang="en-US" sz="1600" dirty="0" err="1"/>
              <a:t>congue</a:t>
            </a:r>
            <a:r>
              <a:rPr lang="en-US" sz="1600" dirty="0"/>
              <a:t> sed. </a:t>
            </a:r>
          </a:p>
          <a:p>
            <a:r>
              <a:rPr lang="en-US" sz="1600" dirty="0"/>
              <a:t>Audible sample link: </a:t>
            </a:r>
            <a:r>
              <a:rPr lang="en-US" sz="1600" dirty="0" err="1"/>
              <a:t>SampleLink</a:t>
            </a:r>
            <a:endParaRPr lang="en-US" sz="1600" dirty="0"/>
          </a:p>
        </p:txBody>
      </p:sp>
    </p:spTree>
    <p:extLst>
      <p:ext uri="{BB962C8B-B14F-4D97-AF65-F5344CB8AC3E}">
        <p14:creationId xmlns:p14="http://schemas.microsoft.com/office/powerpoint/2010/main" val="3165427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0D149E5D-A2E7-DDC5-D7D0-5A6C31B8A7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A58AC9-34D5-F29D-AB2A-07A426104703}"/>
              </a:ext>
            </a:extLst>
          </p:cNvPr>
          <p:cNvSpPr txBox="1"/>
          <p:nvPr/>
        </p:nvSpPr>
        <p:spPr>
          <a:xfrm>
            <a:off x="5068128" y="176860"/>
            <a:ext cx="1722098" cy="36576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E5E3CC0A-F585-A52F-C7CE-8D1F2C67CBBE}"/>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505C377E-A716-180A-FE87-9B9C384FB076}"/>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9E1D3591-5A4D-A8B6-D759-1143BBD30C68}"/>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CEE349E5-B1C9-BCC2-7F49-0DABF04BBCCB}"/>
              </a:ext>
            </a:extLst>
          </p:cNvPr>
          <p:cNvSpPr txBox="1"/>
          <p:nvPr/>
        </p:nvSpPr>
        <p:spPr>
          <a:xfrm>
            <a:off x="865771" y="173612"/>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B0BD38B3-18F4-4415-71C9-D731A1C98608}"/>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6B9C5DAB-5503-EB83-EC02-D641B7206EC2}"/>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6EEB1BAC-F9A9-C16C-9832-8395E671FF68}"/>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84269410-A118-5892-4603-1F85DD30ECA9}"/>
              </a:ext>
            </a:extLst>
          </p:cNvPr>
          <p:cNvSpPr txBox="1"/>
          <p:nvPr/>
        </p:nvSpPr>
        <p:spPr>
          <a:xfrm>
            <a:off x="4936787" y="941151"/>
            <a:ext cx="2426037" cy="369332"/>
          </a:xfrm>
          <a:prstGeom prst="rect">
            <a:avLst/>
          </a:prstGeom>
          <a:noFill/>
          <a:ln>
            <a:noFill/>
          </a:ln>
        </p:spPr>
        <p:txBody>
          <a:bodyPr wrap="square" rtlCol="0">
            <a:spAutoFit/>
          </a:bodyPr>
          <a:lstStyle/>
          <a:p>
            <a:r>
              <a:rPr lang="en-US" dirty="0"/>
              <a:t>---- Other Mediums ----</a:t>
            </a:r>
          </a:p>
        </p:txBody>
      </p:sp>
      <p:sp>
        <p:nvSpPr>
          <p:cNvPr id="2" name="TextBox 1">
            <a:extLst>
              <a:ext uri="{FF2B5EF4-FFF2-40B4-BE49-F238E27FC236}">
                <a16:creationId xmlns:a16="http://schemas.microsoft.com/office/drawing/2014/main" id="{E744AC3E-B48C-C1F0-77E5-AD3788950E6B}"/>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
        <p:nvSpPr>
          <p:cNvPr id="3" name="TextBox 2">
            <a:extLst>
              <a:ext uri="{FF2B5EF4-FFF2-40B4-BE49-F238E27FC236}">
                <a16:creationId xmlns:a16="http://schemas.microsoft.com/office/drawing/2014/main" id="{CD895900-FA95-4A66-6B26-D34A70C17954}"/>
              </a:ext>
            </a:extLst>
          </p:cNvPr>
          <p:cNvSpPr txBox="1"/>
          <p:nvPr/>
        </p:nvSpPr>
        <p:spPr>
          <a:xfrm>
            <a:off x="86577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Home</a:t>
            </a:r>
          </a:p>
        </p:txBody>
      </p:sp>
      <p:sp>
        <p:nvSpPr>
          <p:cNvPr id="5" name="TextBox 4">
            <a:extLst>
              <a:ext uri="{FF2B5EF4-FFF2-40B4-BE49-F238E27FC236}">
                <a16:creationId xmlns:a16="http://schemas.microsoft.com/office/drawing/2014/main" id="{72115ADD-FE79-9F10-DA01-404540C40AA6}"/>
              </a:ext>
            </a:extLst>
          </p:cNvPr>
          <p:cNvSpPr txBox="1"/>
          <p:nvPr/>
        </p:nvSpPr>
        <p:spPr>
          <a:xfrm>
            <a:off x="865772" y="1714500"/>
            <a:ext cx="1496430" cy="3693319"/>
          </a:xfrm>
          <a:prstGeom prst="rect">
            <a:avLst/>
          </a:prstGeom>
          <a:noFill/>
          <a:ln>
            <a:solidFill>
              <a:schemeClr val="tx1"/>
            </a:solidFill>
          </a:ln>
        </p:spPr>
        <p:txBody>
          <a:bodyPr wrap="square" rtlCol="0">
            <a:spAutoFit/>
          </a:bodyPr>
          <a:lstStyle/>
          <a:p>
            <a:r>
              <a:rPr lang="en-US" u="sng" dirty="0"/>
              <a:t>Web Comic</a:t>
            </a:r>
          </a:p>
          <a:p>
            <a:endParaRPr lang="en-US" u="sng" dirty="0"/>
          </a:p>
          <a:p>
            <a:r>
              <a:rPr lang="en-US" u="sng" dirty="0"/>
              <a:t>TTRPG</a:t>
            </a:r>
          </a:p>
          <a:p>
            <a:endParaRPr lang="en-US" u="sng" dirty="0"/>
          </a:p>
          <a:p>
            <a:r>
              <a:rPr lang="en-US" u="sng" dirty="0" err="1"/>
              <a:t>Soundbooth</a:t>
            </a:r>
            <a:r>
              <a:rPr lang="en-US" u="sng" dirty="0"/>
              <a:t> Theatre Audio Immersion</a:t>
            </a:r>
          </a:p>
          <a:p>
            <a:endParaRPr lang="en-US" u="sng" dirty="0"/>
          </a:p>
          <a:p>
            <a:r>
              <a:rPr lang="en-US" u="sng" dirty="0"/>
              <a:t>Streaming Series</a:t>
            </a:r>
          </a:p>
          <a:p>
            <a:endParaRPr lang="en-US" u="sng" dirty="0"/>
          </a:p>
          <a:p>
            <a:endParaRPr lang="en-US" u="sng" dirty="0"/>
          </a:p>
        </p:txBody>
      </p:sp>
      <p:pic>
        <p:nvPicPr>
          <p:cNvPr id="7" name="Graphic 6" descr="Drawing Figure outline">
            <a:extLst>
              <a:ext uri="{FF2B5EF4-FFF2-40B4-BE49-F238E27FC236}">
                <a16:creationId xmlns:a16="http://schemas.microsoft.com/office/drawing/2014/main" id="{3884D0D5-DC7C-D1F5-279C-A75F9F17D0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20880" y="1590675"/>
            <a:ext cx="914400" cy="914400"/>
          </a:xfrm>
          <a:prstGeom prst="rect">
            <a:avLst/>
          </a:prstGeom>
        </p:spPr>
      </p:pic>
      <p:pic>
        <p:nvPicPr>
          <p:cNvPr id="17" name="Graphic 16" descr="Maze outline">
            <a:extLst>
              <a:ext uri="{FF2B5EF4-FFF2-40B4-BE49-F238E27FC236}">
                <a16:creationId xmlns:a16="http://schemas.microsoft.com/office/drawing/2014/main" id="{AFBF5330-0A79-0490-5B22-12CE0F1FB1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20880" y="2804025"/>
            <a:ext cx="914400" cy="914400"/>
          </a:xfrm>
          <a:prstGeom prst="rect">
            <a:avLst/>
          </a:prstGeom>
        </p:spPr>
      </p:pic>
      <p:pic>
        <p:nvPicPr>
          <p:cNvPr id="19" name="Graphic 18" descr="Performance Curtains outline">
            <a:extLst>
              <a:ext uri="{FF2B5EF4-FFF2-40B4-BE49-F238E27FC236}">
                <a16:creationId xmlns:a16="http://schemas.microsoft.com/office/drawing/2014/main" id="{3CB00955-7270-918B-B78E-D78C277A542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20880" y="4036425"/>
            <a:ext cx="914400" cy="914400"/>
          </a:xfrm>
          <a:prstGeom prst="rect">
            <a:avLst/>
          </a:prstGeom>
        </p:spPr>
      </p:pic>
      <p:pic>
        <p:nvPicPr>
          <p:cNvPr id="21" name="Graphic 20" descr="Stream outline">
            <a:extLst>
              <a:ext uri="{FF2B5EF4-FFF2-40B4-BE49-F238E27FC236}">
                <a16:creationId xmlns:a16="http://schemas.microsoft.com/office/drawing/2014/main" id="{57170BCB-60CC-6051-1EE3-25728E1BC29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20880" y="5230725"/>
            <a:ext cx="914400" cy="914400"/>
          </a:xfrm>
          <a:prstGeom prst="rect">
            <a:avLst/>
          </a:prstGeom>
        </p:spPr>
      </p:pic>
      <p:sp>
        <p:nvSpPr>
          <p:cNvPr id="22" name="TextBox 21">
            <a:extLst>
              <a:ext uri="{FF2B5EF4-FFF2-40B4-BE49-F238E27FC236}">
                <a16:creationId xmlns:a16="http://schemas.microsoft.com/office/drawing/2014/main" id="{B93C0BBE-A61D-C25E-9AD9-88173BF6C889}"/>
              </a:ext>
            </a:extLst>
          </p:cNvPr>
          <p:cNvSpPr txBox="1"/>
          <p:nvPr/>
        </p:nvSpPr>
        <p:spPr>
          <a:xfrm>
            <a:off x="4235280" y="1428750"/>
            <a:ext cx="7078001" cy="923330"/>
          </a:xfrm>
          <a:prstGeom prst="rect">
            <a:avLst/>
          </a:prstGeom>
          <a:noFill/>
        </p:spPr>
        <p:txBody>
          <a:bodyPr wrap="square" rtlCol="0">
            <a:spAutoFit/>
          </a:bodyPr>
          <a:lstStyle/>
          <a:p>
            <a:r>
              <a:rPr lang="en-US" dirty="0"/>
              <a:t>Web Comic Description: </a:t>
            </a:r>
            <a:r>
              <a:rPr lang="en-US" dirty="0" err="1"/>
              <a:t>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Cras </a:t>
            </a:r>
            <a:r>
              <a:rPr lang="en-US" dirty="0" err="1"/>
              <a:t>iaculis</a:t>
            </a:r>
            <a:r>
              <a:rPr lang="en-US" dirty="0"/>
              <a:t> eros </a:t>
            </a:r>
            <a:r>
              <a:rPr lang="en-US" dirty="0" err="1"/>
              <a:t>vehicula</a:t>
            </a:r>
            <a:r>
              <a:rPr lang="en-US" dirty="0"/>
              <a:t> dui </a:t>
            </a:r>
            <a:r>
              <a:rPr lang="en-US" dirty="0" err="1"/>
              <a:t>imperdiet</a:t>
            </a:r>
            <a:r>
              <a:rPr lang="en-US" dirty="0"/>
              <a:t> </a:t>
            </a:r>
            <a:r>
              <a:rPr lang="en-US" dirty="0" err="1"/>
              <a:t>congue</a:t>
            </a:r>
            <a:r>
              <a:rPr lang="en-US" dirty="0"/>
              <a:t>.</a:t>
            </a:r>
          </a:p>
          <a:p>
            <a:r>
              <a:rPr lang="en-US" dirty="0"/>
              <a:t> Web comic link: </a:t>
            </a:r>
            <a:r>
              <a:rPr lang="en-US" dirty="0" err="1"/>
              <a:t>WebComicLink</a:t>
            </a:r>
            <a:endParaRPr lang="en-US" dirty="0"/>
          </a:p>
        </p:txBody>
      </p:sp>
      <p:sp>
        <p:nvSpPr>
          <p:cNvPr id="23" name="TextBox 22">
            <a:extLst>
              <a:ext uri="{FF2B5EF4-FFF2-40B4-BE49-F238E27FC236}">
                <a16:creationId xmlns:a16="http://schemas.microsoft.com/office/drawing/2014/main" id="{0B699252-5390-16D7-A985-2E4E19A7A63F}"/>
              </a:ext>
            </a:extLst>
          </p:cNvPr>
          <p:cNvSpPr txBox="1"/>
          <p:nvPr/>
        </p:nvSpPr>
        <p:spPr>
          <a:xfrm>
            <a:off x="4223678" y="2721030"/>
            <a:ext cx="7078001" cy="1200329"/>
          </a:xfrm>
          <a:prstGeom prst="rect">
            <a:avLst/>
          </a:prstGeom>
          <a:noFill/>
        </p:spPr>
        <p:txBody>
          <a:bodyPr wrap="square" rtlCol="0">
            <a:spAutoFit/>
          </a:bodyPr>
          <a:lstStyle/>
          <a:p>
            <a:r>
              <a:rPr lang="en-US" dirty="0"/>
              <a:t>Tabletop RPG Description: Launching in 2026 </a:t>
            </a:r>
            <a:r>
              <a:rPr lang="en-US" dirty="0" err="1"/>
              <a:t>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Cras </a:t>
            </a:r>
            <a:r>
              <a:rPr lang="en-US" dirty="0" err="1"/>
              <a:t>iaculis</a:t>
            </a:r>
            <a:r>
              <a:rPr lang="en-US" dirty="0"/>
              <a:t> eros </a:t>
            </a:r>
            <a:r>
              <a:rPr lang="en-US" dirty="0" err="1"/>
              <a:t>vehicula</a:t>
            </a:r>
            <a:r>
              <a:rPr lang="en-US" dirty="0"/>
              <a:t> dui </a:t>
            </a:r>
            <a:r>
              <a:rPr lang="en-US" dirty="0" err="1"/>
              <a:t>imperdiet</a:t>
            </a:r>
            <a:r>
              <a:rPr lang="en-US" dirty="0"/>
              <a:t> </a:t>
            </a:r>
            <a:r>
              <a:rPr lang="en-US" dirty="0" err="1"/>
              <a:t>congue</a:t>
            </a:r>
            <a:r>
              <a:rPr lang="en-US" dirty="0"/>
              <a:t>.</a:t>
            </a:r>
          </a:p>
          <a:p>
            <a:r>
              <a:rPr lang="en-US" dirty="0"/>
              <a:t> Tabletop RPG link: </a:t>
            </a:r>
            <a:r>
              <a:rPr lang="en-US" dirty="0" err="1"/>
              <a:t>TTRPGLink</a:t>
            </a:r>
            <a:endParaRPr lang="en-US" dirty="0"/>
          </a:p>
        </p:txBody>
      </p:sp>
      <p:sp>
        <p:nvSpPr>
          <p:cNvPr id="24" name="TextBox 23">
            <a:extLst>
              <a:ext uri="{FF2B5EF4-FFF2-40B4-BE49-F238E27FC236}">
                <a16:creationId xmlns:a16="http://schemas.microsoft.com/office/drawing/2014/main" id="{BCA81449-9B77-2EEB-E28E-FC459325FADA}"/>
              </a:ext>
            </a:extLst>
          </p:cNvPr>
          <p:cNvSpPr txBox="1"/>
          <p:nvPr/>
        </p:nvSpPr>
        <p:spPr>
          <a:xfrm>
            <a:off x="4223678" y="3997380"/>
            <a:ext cx="7078001" cy="1200329"/>
          </a:xfrm>
          <a:prstGeom prst="rect">
            <a:avLst/>
          </a:prstGeom>
          <a:noFill/>
        </p:spPr>
        <p:txBody>
          <a:bodyPr wrap="square" rtlCol="0">
            <a:spAutoFit/>
          </a:bodyPr>
          <a:lstStyle/>
          <a:p>
            <a:r>
              <a:rPr lang="en-US" dirty="0" err="1"/>
              <a:t>Soundbooth</a:t>
            </a:r>
            <a:r>
              <a:rPr lang="en-US" dirty="0"/>
              <a:t> Theatre Audio Immersion Description: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Cras </a:t>
            </a:r>
            <a:r>
              <a:rPr lang="en-US" dirty="0" err="1"/>
              <a:t>iaculis</a:t>
            </a:r>
            <a:r>
              <a:rPr lang="en-US" dirty="0"/>
              <a:t> eros </a:t>
            </a:r>
            <a:r>
              <a:rPr lang="en-US" dirty="0" err="1"/>
              <a:t>vehicula</a:t>
            </a:r>
            <a:r>
              <a:rPr lang="en-US" dirty="0"/>
              <a:t> dui </a:t>
            </a:r>
            <a:r>
              <a:rPr lang="en-US" dirty="0" err="1"/>
              <a:t>imperdiet</a:t>
            </a:r>
            <a:r>
              <a:rPr lang="en-US" dirty="0"/>
              <a:t> </a:t>
            </a:r>
            <a:r>
              <a:rPr lang="en-US" dirty="0" err="1"/>
              <a:t>congue</a:t>
            </a:r>
            <a:r>
              <a:rPr lang="en-US" dirty="0"/>
              <a:t>.</a:t>
            </a:r>
          </a:p>
          <a:p>
            <a:r>
              <a:rPr lang="en-US" dirty="0"/>
              <a:t> </a:t>
            </a:r>
            <a:r>
              <a:rPr lang="en-US" dirty="0" err="1"/>
              <a:t>Soundbooth</a:t>
            </a:r>
            <a:r>
              <a:rPr lang="en-US" dirty="0"/>
              <a:t> Theatre Audio Immersion link: </a:t>
            </a:r>
            <a:r>
              <a:rPr lang="en-US" dirty="0" err="1"/>
              <a:t>TTRPGLink</a:t>
            </a:r>
            <a:endParaRPr lang="en-US" dirty="0"/>
          </a:p>
        </p:txBody>
      </p:sp>
      <p:sp>
        <p:nvSpPr>
          <p:cNvPr id="25" name="TextBox 24">
            <a:extLst>
              <a:ext uri="{FF2B5EF4-FFF2-40B4-BE49-F238E27FC236}">
                <a16:creationId xmlns:a16="http://schemas.microsoft.com/office/drawing/2014/main" id="{64732EA5-2A59-647D-ABF4-79F3B9A579D6}"/>
              </a:ext>
            </a:extLst>
          </p:cNvPr>
          <p:cNvSpPr txBox="1"/>
          <p:nvPr/>
        </p:nvSpPr>
        <p:spPr>
          <a:xfrm>
            <a:off x="4235280" y="5286375"/>
            <a:ext cx="7078001" cy="923330"/>
          </a:xfrm>
          <a:prstGeom prst="rect">
            <a:avLst/>
          </a:prstGeom>
          <a:noFill/>
        </p:spPr>
        <p:txBody>
          <a:bodyPr wrap="square" rtlCol="0">
            <a:spAutoFit/>
          </a:bodyPr>
          <a:lstStyle/>
          <a:p>
            <a:r>
              <a:rPr lang="en-US" dirty="0"/>
              <a:t>Streaming Series Description: </a:t>
            </a:r>
            <a:r>
              <a:rPr lang="en-US" dirty="0" err="1"/>
              <a:t>orem</a:t>
            </a:r>
            <a:r>
              <a:rPr lang="en-US" dirty="0"/>
              <a:t>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Cras </a:t>
            </a:r>
            <a:r>
              <a:rPr lang="en-US" dirty="0" err="1"/>
              <a:t>iaculis</a:t>
            </a:r>
            <a:r>
              <a:rPr lang="en-US" dirty="0"/>
              <a:t> eros </a:t>
            </a:r>
            <a:r>
              <a:rPr lang="en-US" dirty="0" err="1"/>
              <a:t>vehicula</a:t>
            </a:r>
            <a:r>
              <a:rPr lang="en-US" dirty="0"/>
              <a:t> dui </a:t>
            </a:r>
            <a:r>
              <a:rPr lang="en-US" dirty="0" err="1"/>
              <a:t>imperdiet</a:t>
            </a:r>
            <a:r>
              <a:rPr lang="en-US" dirty="0"/>
              <a:t> </a:t>
            </a:r>
            <a:r>
              <a:rPr lang="en-US" dirty="0" err="1"/>
              <a:t>congue</a:t>
            </a:r>
            <a:r>
              <a:rPr lang="en-US" dirty="0"/>
              <a:t>.</a:t>
            </a:r>
          </a:p>
          <a:p>
            <a:r>
              <a:rPr lang="en-US" dirty="0"/>
              <a:t>Streaming Series link: Streaming Series Link</a:t>
            </a:r>
          </a:p>
        </p:txBody>
      </p:sp>
    </p:spTree>
    <p:extLst>
      <p:ext uri="{BB962C8B-B14F-4D97-AF65-F5344CB8AC3E}">
        <p14:creationId xmlns:p14="http://schemas.microsoft.com/office/powerpoint/2010/main" val="3952496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8953F05F-788C-115F-9407-2596D346D4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EFBB06-6978-5381-4EB6-2D1A5C803D2D}"/>
              </a:ext>
            </a:extLst>
          </p:cNvPr>
          <p:cNvSpPr txBox="1"/>
          <p:nvPr/>
        </p:nvSpPr>
        <p:spPr>
          <a:xfrm>
            <a:off x="5068128" y="176860"/>
            <a:ext cx="1722098" cy="36576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89F83631-FEC4-EB3C-BD41-C03CE483E708}"/>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52E10FCC-B158-D8DA-56E8-560CCCC81269}"/>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8FC16CF1-826D-BC20-FB2C-352DB73EB056}"/>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F6C85E3F-D61F-8A18-C547-61EAAF377EA2}"/>
              </a:ext>
            </a:extLst>
          </p:cNvPr>
          <p:cNvSpPr txBox="1"/>
          <p:nvPr/>
        </p:nvSpPr>
        <p:spPr>
          <a:xfrm>
            <a:off x="865771" y="173612"/>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803748D0-8824-33E3-FE83-D6A612411ED8}"/>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9068B22A-C7D5-1E16-2116-D5D860FF442A}"/>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8ABCC595-D667-7C46-1A30-70BCCBDDBFFC}"/>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E5938333-4ABE-E9AB-3F27-8F7A3C01773C}"/>
              </a:ext>
            </a:extLst>
          </p:cNvPr>
          <p:cNvSpPr txBox="1"/>
          <p:nvPr/>
        </p:nvSpPr>
        <p:spPr>
          <a:xfrm>
            <a:off x="4860587" y="941151"/>
            <a:ext cx="2578437" cy="369332"/>
          </a:xfrm>
          <a:prstGeom prst="rect">
            <a:avLst/>
          </a:prstGeom>
          <a:noFill/>
          <a:ln>
            <a:noFill/>
          </a:ln>
        </p:spPr>
        <p:txBody>
          <a:bodyPr wrap="square" rtlCol="0">
            <a:spAutoFit/>
          </a:bodyPr>
          <a:lstStyle/>
          <a:p>
            <a:r>
              <a:rPr lang="en-US" dirty="0"/>
              <a:t>---- About the Author ----</a:t>
            </a:r>
          </a:p>
        </p:txBody>
      </p:sp>
      <p:sp>
        <p:nvSpPr>
          <p:cNvPr id="2" name="TextBox 1">
            <a:extLst>
              <a:ext uri="{FF2B5EF4-FFF2-40B4-BE49-F238E27FC236}">
                <a16:creationId xmlns:a16="http://schemas.microsoft.com/office/drawing/2014/main" id="{FE5B76C0-273D-4858-B720-4B9ECB0DE12D}"/>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
        <p:nvSpPr>
          <p:cNvPr id="3" name="TextBox 2">
            <a:extLst>
              <a:ext uri="{FF2B5EF4-FFF2-40B4-BE49-F238E27FC236}">
                <a16:creationId xmlns:a16="http://schemas.microsoft.com/office/drawing/2014/main" id="{CC74626F-9005-8BA0-78F7-BCEC0AF25A00}"/>
              </a:ext>
            </a:extLst>
          </p:cNvPr>
          <p:cNvSpPr txBox="1"/>
          <p:nvPr/>
        </p:nvSpPr>
        <p:spPr>
          <a:xfrm>
            <a:off x="86577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Home</a:t>
            </a:r>
          </a:p>
        </p:txBody>
      </p:sp>
      <p:pic>
        <p:nvPicPr>
          <p:cNvPr id="6" name="Graphic 5" descr="Office worker male with solid fill">
            <a:extLst>
              <a:ext uri="{FF2B5EF4-FFF2-40B4-BE49-F238E27FC236}">
                <a16:creationId xmlns:a16="http://schemas.microsoft.com/office/drawing/2014/main" id="{4AE157DE-7751-19BA-8A65-5DA20C33A2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5771" y="1609725"/>
            <a:ext cx="914400" cy="914400"/>
          </a:xfrm>
          <a:prstGeom prst="rect">
            <a:avLst/>
          </a:prstGeom>
        </p:spPr>
      </p:pic>
      <p:sp>
        <p:nvSpPr>
          <p:cNvPr id="7" name="TextBox 6">
            <a:extLst>
              <a:ext uri="{FF2B5EF4-FFF2-40B4-BE49-F238E27FC236}">
                <a16:creationId xmlns:a16="http://schemas.microsoft.com/office/drawing/2014/main" id="{5864BF66-00C3-07B8-E3A2-59F3E057F4D2}"/>
              </a:ext>
            </a:extLst>
          </p:cNvPr>
          <p:cNvSpPr txBox="1"/>
          <p:nvPr/>
        </p:nvSpPr>
        <p:spPr>
          <a:xfrm>
            <a:off x="619125" y="1609725"/>
            <a:ext cx="10694156" cy="4524315"/>
          </a:xfrm>
          <a:prstGeom prst="rect">
            <a:avLst/>
          </a:prstGeom>
          <a:noFill/>
        </p:spPr>
        <p:txBody>
          <a:bodyPr wrap="square" rtlCol="0">
            <a:spAutoFit/>
          </a:bodyPr>
          <a:lstStyle/>
          <a:p>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Maecenas sed </a:t>
            </a:r>
            <a:r>
              <a:rPr lang="en-US" dirty="0" err="1"/>
              <a:t>nulla</a:t>
            </a:r>
            <a:r>
              <a:rPr lang="en-US" dirty="0"/>
              <a:t> sit </a:t>
            </a:r>
            <a:r>
              <a:rPr lang="en-US" dirty="0" err="1"/>
              <a:t>amet</a:t>
            </a:r>
            <a:r>
              <a:rPr lang="en-US" dirty="0"/>
              <a:t> 		libero semper </a:t>
            </a:r>
            <a:r>
              <a:rPr lang="en-US" dirty="0" err="1"/>
              <a:t>dapibus</a:t>
            </a:r>
            <a:r>
              <a:rPr lang="en-US" dirty="0"/>
              <a:t> id et </a:t>
            </a:r>
            <a:r>
              <a:rPr lang="en-US" dirty="0" err="1"/>
              <a:t>felis</a:t>
            </a:r>
            <a:r>
              <a:rPr lang="en-US" dirty="0"/>
              <a:t>. </a:t>
            </a:r>
            <a:r>
              <a:rPr lang="en-US" dirty="0" err="1"/>
              <a:t>Suspendisse</a:t>
            </a:r>
            <a:r>
              <a:rPr lang="en-US" dirty="0"/>
              <a:t> vitae </a:t>
            </a:r>
            <a:r>
              <a:rPr lang="en-US" dirty="0" err="1"/>
              <a:t>risus</a:t>
            </a:r>
            <a:r>
              <a:rPr lang="en-US" dirty="0"/>
              <a:t> vitae </a:t>
            </a:r>
            <a:r>
              <a:rPr lang="en-US" dirty="0" err="1"/>
              <a:t>tellus</a:t>
            </a:r>
            <a:r>
              <a:rPr lang="en-US" dirty="0"/>
              <a:t> </a:t>
            </a:r>
            <a:r>
              <a:rPr lang="en-US" dirty="0" err="1"/>
              <a:t>ultricies</a:t>
            </a:r>
            <a:r>
              <a:rPr lang="en-US" dirty="0"/>
              <a:t> </a:t>
            </a:r>
            <a:r>
              <a:rPr lang="en-US" dirty="0" err="1"/>
              <a:t>posuere</a:t>
            </a:r>
            <a:r>
              <a:rPr lang="en-US" dirty="0"/>
              <a:t> </a:t>
            </a:r>
            <a:r>
              <a:rPr lang="en-US" dirty="0" err="1"/>
              <a:t>eu</a:t>
            </a:r>
            <a:r>
              <a:rPr lang="en-US" dirty="0"/>
              <a:t> 		sit </a:t>
            </a:r>
            <a:r>
              <a:rPr lang="en-US" dirty="0" err="1"/>
              <a:t>amet</a:t>
            </a:r>
            <a:r>
              <a:rPr lang="en-US" dirty="0"/>
              <a:t> </a:t>
            </a:r>
            <a:r>
              <a:rPr lang="en-US" dirty="0" err="1"/>
              <a:t>enim</a:t>
            </a:r>
            <a:r>
              <a:rPr lang="en-US" dirty="0"/>
              <a:t>. Sed </a:t>
            </a:r>
            <a:r>
              <a:rPr lang="en-US" dirty="0" err="1"/>
              <a:t>fringilla</a:t>
            </a:r>
            <a:r>
              <a:rPr lang="en-US" dirty="0"/>
              <a:t> nisi </a:t>
            </a:r>
            <a:r>
              <a:rPr lang="en-US" dirty="0" err="1"/>
              <a:t>mattis</a:t>
            </a:r>
            <a:r>
              <a:rPr lang="en-US" dirty="0"/>
              <a:t> ex </a:t>
            </a:r>
            <a:r>
              <a:rPr lang="en-US" dirty="0" err="1"/>
              <a:t>varius</a:t>
            </a:r>
            <a:r>
              <a:rPr lang="en-US" dirty="0"/>
              <a:t>, sit </a:t>
            </a:r>
            <a:r>
              <a:rPr lang="en-US" dirty="0" err="1"/>
              <a:t>amet</a:t>
            </a:r>
            <a:r>
              <a:rPr lang="en-US" dirty="0"/>
              <a:t> </a:t>
            </a:r>
            <a:r>
              <a:rPr lang="en-US" dirty="0" err="1"/>
              <a:t>ullamcorper</a:t>
            </a:r>
            <a:r>
              <a:rPr lang="en-US" dirty="0"/>
              <a:t> dolor </a:t>
            </a:r>
            <a:r>
              <a:rPr lang="en-US" dirty="0" err="1"/>
              <a:t>rhoncus</a:t>
            </a:r>
            <a:r>
              <a:rPr lang="en-US" dirty="0"/>
              <a:t>. Proin porta </a:t>
            </a:r>
            <a:r>
              <a:rPr lang="en-US" dirty="0" err="1"/>
              <a:t>tempor</a:t>
            </a:r>
            <a:r>
              <a:rPr lang="en-US" dirty="0"/>
              <a:t> </a:t>
            </a:r>
            <a:r>
              <a:rPr lang="en-US" dirty="0" err="1"/>
              <a:t>imperdiet</a:t>
            </a:r>
            <a:r>
              <a:rPr lang="en-US" dirty="0"/>
              <a:t>. In </a:t>
            </a:r>
            <a:r>
              <a:rPr lang="en-US" dirty="0" err="1"/>
              <a:t>nisl</a:t>
            </a:r>
            <a:r>
              <a:rPr lang="en-US" dirty="0"/>
              <a:t> lorem, </a:t>
            </a:r>
            <a:r>
              <a:rPr lang="en-US" dirty="0" err="1"/>
              <a:t>accumsan</a:t>
            </a:r>
            <a:r>
              <a:rPr lang="en-US" dirty="0"/>
              <a:t> sed </a:t>
            </a:r>
            <a:r>
              <a:rPr lang="en-US" dirty="0" err="1"/>
              <a:t>aliquam</a:t>
            </a:r>
            <a:r>
              <a:rPr lang="en-US" dirty="0"/>
              <a:t> nec, </a:t>
            </a:r>
            <a:r>
              <a:rPr lang="en-US" dirty="0" err="1"/>
              <a:t>luctus</a:t>
            </a:r>
            <a:r>
              <a:rPr lang="en-US" dirty="0"/>
              <a:t> sit </a:t>
            </a:r>
            <a:r>
              <a:rPr lang="en-US" dirty="0" err="1"/>
              <a:t>amet</a:t>
            </a:r>
            <a:r>
              <a:rPr lang="en-US" dirty="0"/>
              <a:t> </a:t>
            </a:r>
            <a:r>
              <a:rPr lang="en-US" dirty="0" err="1"/>
              <a:t>tortor</a:t>
            </a:r>
            <a:r>
              <a:rPr lang="en-US" dirty="0"/>
              <a:t>. </a:t>
            </a:r>
            <a:r>
              <a:rPr lang="en-US" dirty="0" err="1"/>
              <a:t>Suspendisse</a:t>
            </a:r>
            <a:r>
              <a:rPr lang="en-US" dirty="0"/>
              <a:t> nisi </a:t>
            </a:r>
            <a:r>
              <a:rPr lang="en-US" dirty="0" err="1"/>
              <a:t>nibh</a:t>
            </a:r>
            <a:r>
              <a:rPr lang="en-US" dirty="0"/>
              <a:t>, semper </a:t>
            </a:r>
            <a:r>
              <a:rPr lang="en-US" dirty="0" err="1"/>
              <a:t>eget</a:t>
            </a:r>
            <a:r>
              <a:rPr lang="en-US" dirty="0"/>
              <a:t> </a:t>
            </a:r>
            <a:r>
              <a:rPr lang="en-US" dirty="0" err="1"/>
              <a:t>vehicula</a:t>
            </a:r>
            <a:r>
              <a:rPr lang="en-US" dirty="0"/>
              <a:t> sed, </a:t>
            </a:r>
            <a:r>
              <a:rPr lang="en-US" dirty="0" err="1"/>
              <a:t>ornare</a:t>
            </a:r>
            <a:r>
              <a:rPr lang="en-US" dirty="0"/>
              <a:t> </a:t>
            </a:r>
            <a:r>
              <a:rPr lang="en-US" dirty="0" err="1"/>
              <a:t>quis</a:t>
            </a:r>
            <a:r>
              <a:rPr lang="en-US" dirty="0"/>
              <a:t> </a:t>
            </a:r>
            <a:r>
              <a:rPr lang="en-US" dirty="0" err="1"/>
              <a:t>augue</a:t>
            </a:r>
            <a:r>
              <a:rPr lang="en-US" dirty="0"/>
              <a:t>. Donec </a:t>
            </a:r>
            <a:r>
              <a:rPr lang="en-US" dirty="0" err="1"/>
              <a:t>lectus</a:t>
            </a:r>
            <a:r>
              <a:rPr lang="en-US" dirty="0"/>
              <a:t> </a:t>
            </a:r>
            <a:r>
              <a:rPr lang="en-US" dirty="0" err="1"/>
              <a:t>nisl</a:t>
            </a:r>
            <a:r>
              <a:rPr lang="en-US" dirty="0"/>
              <a:t>, </a:t>
            </a:r>
            <a:r>
              <a:rPr lang="en-US" dirty="0" err="1"/>
              <a:t>tristique</a:t>
            </a:r>
            <a:r>
              <a:rPr lang="en-US" dirty="0"/>
              <a:t> id ipsum </a:t>
            </a:r>
            <a:r>
              <a:rPr lang="en-US" dirty="0" err="1"/>
              <a:t>pellentesque</a:t>
            </a:r>
            <a:r>
              <a:rPr lang="en-US" dirty="0"/>
              <a:t>, </a:t>
            </a:r>
            <a:r>
              <a:rPr lang="en-US" dirty="0" err="1"/>
              <a:t>ornare</a:t>
            </a:r>
            <a:r>
              <a:rPr lang="en-US" dirty="0"/>
              <a:t> </a:t>
            </a:r>
            <a:r>
              <a:rPr lang="en-US" dirty="0" err="1"/>
              <a:t>sodales</a:t>
            </a:r>
            <a:r>
              <a:rPr lang="en-US" dirty="0"/>
              <a:t> nunc. Donec ac </a:t>
            </a:r>
            <a:r>
              <a:rPr lang="en-US" dirty="0" err="1"/>
              <a:t>massa</a:t>
            </a:r>
            <a:r>
              <a:rPr lang="en-US" dirty="0"/>
              <a:t> et magna porta </a:t>
            </a:r>
            <a:r>
              <a:rPr lang="en-US" dirty="0" err="1"/>
              <a:t>feugiat</a:t>
            </a:r>
            <a:r>
              <a:rPr lang="en-US" dirty="0"/>
              <a:t> </a:t>
            </a:r>
            <a:r>
              <a:rPr lang="en-US" dirty="0" err="1"/>
              <a:t>quis</a:t>
            </a:r>
            <a:r>
              <a:rPr lang="en-US" dirty="0"/>
              <a:t> nec dolor. Nam </a:t>
            </a:r>
            <a:r>
              <a:rPr lang="en-US" dirty="0" err="1"/>
              <a:t>aliquet</a:t>
            </a:r>
            <a:r>
              <a:rPr lang="en-US" dirty="0"/>
              <a:t> </a:t>
            </a:r>
            <a:r>
              <a:rPr lang="en-US" dirty="0" err="1"/>
              <a:t>metus</a:t>
            </a:r>
            <a:r>
              <a:rPr lang="en-US" dirty="0"/>
              <a:t> ac </a:t>
            </a:r>
            <a:r>
              <a:rPr lang="en-US" dirty="0" err="1"/>
              <a:t>enim</a:t>
            </a:r>
            <a:r>
              <a:rPr lang="en-US" dirty="0"/>
              <a:t> auctor gravida. </a:t>
            </a:r>
            <a:r>
              <a:rPr lang="en-US" dirty="0" err="1"/>
              <a:t>Phasellus</a:t>
            </a:r>
            <a:r>
              <a:rPr lang="en-US" dirty="0"/>
              <a:t> </a:t>
            </a:r>
            <a:r>
              <a:rPr lang="en-US" dirty="0" err="1"/>
              <a:t>tristique</a:t>
            </a:r>
            <a:r>
              <a:rPr lang="en-US" dirty="0"/>
              <a:t> </a:t>
            </a:r>
            <a:r>
              <a:rPr lang="en-US" dirty="0" err="1"/>
              <a:t>vehicula</a:t>
            </a:r>
            <a:r>
              <a:rPr lang="en-US" dirty="0"/>
              <a:t> </a:t>
            </a:r>
            <a:r>
              <a:rPr lang="en-US" dirty="0" err="1"/>
              <a:t>mauris</a:t>
            </a:r>
            <a:r>
              <a:rPr lang="en-US" dirty="0"/>
              <a:t>, </a:t>
            </a:r>
            <a:r>
              <a:rPr lang="en-US" dirty="0" err="1"/>
              <a:t>eget</a:t>
            </a:r>
            <a:r>
              <a:rPr lang="en-US" dirty="0"/>
              <a:t> </a:t>
            </a:r>
            <a:r>
              <a:rPr lang="en-US" dirty="0" err="1"/>
              <a:t>mollis</a:t>
            </a:r>
            <a:r>
              <a:rPr lang="en-US" dirty="0"/>
              <a:t> magna </a:t>
            </a:r>
            <a:r>
              <a:rPr lang="en-US" dirty="0" err="1"/>
              <a:t>egestas</a:t>
            </a:r>
            <a:r>
              <a:rPr lang="en-US" dirty="0"/>
              <a:t> sit </a:t>
            </a:r>
            <a:r>
              <a:rPr lang="en-US" dirty="0" err="1"/>
              <a:t>amet</a:t>
            </a:r>
            <a:r>
              <a:rPr lang="en-US" dirty="0"/>
              <a:t>. Morbi a </a:t>
            </a:r>
            <a:r>
              <a:rPr lang="en-US" dirty="0" err="1"/>
              <a:t>neque</a:t>
            </a:r>
            <a:r>
              <a:rPr lang="en-US" dirty="0"/>
              <a:t> non libero </a:t>
            </a:r>
            <a:r>
              <a:rPr lang="en-US" dirty="0" err="1"/>
              <a:t>eleifend</a:t>
            </a:r>
            <a:r>
              <a:rPr lang="en-US" dirty="0"/>
              <a:t> </a:t>
            </a:r>
            <a:r>
              <a:rPr lang="en-US" dirty="0" err="1"/>
              <a:t>bibendum</a:t>
            </a:r>
            <a:r>
              <a:rPr lang="en-US" dirty="0"/>
              <a:t>. Duis </a:t>
            </a:r>
            <a:r>
              <a:rPr lang="en-US" dirty="0" err="1"/>
              <a:t>laoreet</a:t>
            </a:r>
            <a:r>
              <a:rPr lang="en-US" dirty="0"/>
              <a:t> </a:t>
            </a:r>
            <a:r>
              <a:rPr lang="en-US" dirty="0" err="1"/>
              <a:t>tristique</a:t>
            </a:r>
            <a:r>
              <a:rPr lang="en-US" dirty="0"/>
              <a:t> </a:t>
            </a:r>
            <a:r>
              <a:rPr lang="en-US" dirty="0" err="1"/>
              <a:t>tortor</a:t>
            </a:r>
            <a:r>
              <a:rPr lang="en-US" dirty="0"/>
              <a:t> in </a:t>
            </a:r>
            <a:r>
              <a:rPr lang="en-US" dirty="0" err="1"/>
              <a:t>pretium</a:t>
            </a:r>
            <a:r>
              <a:rPr lang="en-US" dirty="0"/>
              <a:t>. </a:t>
            </a:r>
            <a:r>
              <a:rPr lang="en-US" dirty="0" err="1"/>
              <a:t>Suspendisse</a:t>
            </a:r>
            <a:r>
              <a:rPr lang="en-US" dirty="0"/>
              <a:t> </a:t>
            </a:r>
            <a:r>
              <a:rPr lang="en-US" dirty="0" err="1"/>
              <a:t>faucibus</a:t>
            </a:r>
            <a:r>
              <a:rPr lang="en-US" dirty="0"/>
              <a:t> vestibulum </a:t>
            </a:r>
            <a:r>
              <a:rPr lang="en-US" dirty="0" err="1"/>
              <a:t>nibh</a:t>
            </a:r>
            <a:r>
              <a:rPr lang="en-US" dirty="0"/>
              <a:t> nec </a:t>
            </a:r>
            <a:r>
              <a:rPr lang="en-US" dirty="0" err="1"/>
              <a:t>luctus</a:t>
            </a:r>
            <a:r>
              <a:rPr lang="en-US" dirty="0"/>
              <a:t>. </a:t>
            </a:r>
            <a:r>
              <a:rPr lang="en-US" dirty="0" err="1"/>
              <a:t>Pellentesque</a:t>
            </a:r>
            <a:r>
              <a:rPr lang="en-US" dirty="0"/>
              <a:t> sed eros </a:t>
            </a:r>
            <a:r>
              <a:rPr lang="en-US" dirty="0" err="1"/>
              <a:t>pellentesque</a:t>
            </a:r>
            <a:r>
              <a:rPr lang="en-US" dirty="0"/>
              <a:t> lorem cursus </a:t>
            </a:r>
            <a:r>
              <a:rPr lang="en-US" dirty="0" err="1"/>
              <a:t>iaculis</a:t>
            </a:r>
            <a:r>
              <a:rPr lang="en-US" dirty="0"/>
              <a:t> vel </a:t>
            </a:r>
            <a:r>
              <a:rPr lang="en-US" dirty="0" err="1"/>
              <a:t>ut</a:t>
            </a:r>
            <a:r>
              <a:rPr lang="en-US" dirty="0"/>
              <a:t> </a:t>
            </a:r>
            <a:r>
              <a:rPr lang="en-US" dirty="0" err="1"/>
              <a:t>odio</a:t>
            </a:r>
            <a:r>
              <a:rPr lang="en-US" dirty="0"/>
              <a:t>. </a:t>
            </a:r>
            <a:r>
              <a:rPr lang="en-US" dirty="0" err="1"/>
              <a:t>Nulla</a:t>
            </a:r>
            <a:r>
              <a:rPr lang="en-US" dirty="0"/>
              <a:t> </a:t>
            </a:r>
            <a:r>
              <a:rPr lang="en-US" dirty="0" err="1"/>
              <a:t>bibendum</a:t>
            </a:r>
            <a:r>
              <a:rPr lang="en-US" dirty="0"/>
              <a:t> </a:t>
            </a:r>
            <a:r>
              <a:rPr lang="en-US" dirty="0" err="1"/>
              <a:t>erat</a:t>
            </a:r>
            <a:r>
              <a:rPr lang="en-US" dirty="0"/>
              <a:t> </a:t>
            </a:r>
            <a:r>
              <a:rPr lang="en-US" dirty="0" err="1"/>
              <a:t>urna</a:t>
            </a:r>
            <a:r>
              <a:rPr lang="en-US" dirty="0"/>
              <a:t>, at </a:t>
            </a:r>
            <a:r>
              <a:rPr lang="en-US" dirty="0" err="1"/>
              <a:t>mollis</a:t>
            </a:r>
            <a:r>
              <a:rPr lang="en-US" dirty="0"/>
              <a:t> </a:t>
            </a:r>
            <a:r>
              <a:rPr lang="en-US" dirty="0" err="1"/>
              <a:t>nulla</a:t>
            </a:r>
            <a:r>
              <a:rPr lang="en-US" dirty="0"/>
              <a:t> </a:t>
            </a:r>
            <a:r>
              <a:rPr lang="en-US" dirty="0" err="1"/>
              <a:t>elementum</a:t>
            </a:r>
            <a:r>
              <a:rPr lang="en-US" dirty="0"/>
              <a:t> </a:t>
            </a:r>
            <a:r>
              <a:rPr lang="en-US" dirty="0" err="1"/>
              <a:t>ut.</a:t>
            </a:r>
            <a:r>
              <a:rPr lang="en-US" dirty="0"/>
              <a: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Pellentesque</a:t>
            </a:r>
            <a:r>
              <a:rPr lang="en-US" dirty="0"/>
              <a:t> sit </a:t>
            </a:r>
            <a:r>
              <a:rPr lang="en-US" dirty="0" err="1"/>
              <a:t>amet</a:t>
            </a:r>
            <a:r>
              <a:rPr lang="en-US" dirty="0"/>
              <a:t> </a:t>
            </a:r>
            <a:r>
              <a:rPr lang="en-US" dirty="0" err="1"/>
              <a:t>metus</a:t>
            </a:r>
            <a:r>
              <a:rPr lang="en-US" dirty="0"/>
              <a:t> </a:t>
            </a:r>
            <a:r>
              <a:rPr lang="en-US" dirty="0" err="1"/>
              <a:t>placerat</a:t>
            </a:r>
            <a:r>
              <a:rPr lang="en-US" dirty="0"/>
              <a:t>, </a:t>
            </a:r>
            <a:r>
              <a:rPr lang="en-US" dirty="0" err="1"/>
              <a:t>rhoncus</a:t>
            </a:r>
            <a:r>
              <a:rPr lang="en-US" dirty="0"/>
              <a:t> dui sed, </a:t>
            </a:r>
            <a:r>
              <a:rPr lang="en-US" dirty="0" err="1"/>
              <a:t>condimentum</a:t>
            </a:r>
            <a:r>
              <a:rPr lang="en-US" dirty="0"/>
              <a:t> </a:t>
            </a:r>
            <a:r>
              <a:rPr lang="en-US" dirty="0" err="1"/>
              <a:t>quam</a:t>
            </a:r>
            <a:r>
              <a:rPr lang="en-US" dirty="0"/>
              <a:t>. </a:t>
            </a:r>
            <a:r>
              <a:rPr lang="en-US" dirty="0" err="1"/>
              <a:t>Suspendisse</a:t>
            </a:r>
            <a:r>
              <a:rPr lang="en-US" dirty="0"/>
              <a:t> </a:t>
            </a:r>
            <a:r>
              <a:rPr lang="en-US" dirty="0" err="1"/>
              <a:t>faucibus</a:t>
            </a:r>
            <a:r>
              <a:rPr lang="en-US" dirty="0"/>
              <a:t>, </a:t>
            </a:r>
            <a:r>
              <a:rPr lang="en-US" dirty="0" err="1"/>
              <a:t>metus</a:t>
            </a:r>
            <a:r>
              <a:rPr lang="en-US" dirty="0"/>
              <a:t> </a:t>
            </a:r>
            <a:r>
              <a:rPr lang="en-US" dirty="0" err="1"/>
              <a:t>eu</a:t>
            </a:r>
            <a:r>
              <a:rPr lang="en-US" dirty="0"/>
              <a:t> </a:t>
            </a:r>
            <a:r>
              <a:rPr lang="en-US" dirty="0" err="1"/>
              <a:t>malesuada</a:t>
            </a:r>
            <a:r>
              <a:rPr lang="en-US" dirty="0"/>
              <a:t> </a:t>
            </a:r>
            <a:r>
              <a:rPr lang="en-US" dirty="0" err="1"/>
              <a:t>pellentesque</a:t>
            </a:r>
            <a:r>
              <a:rPr lang="en-US" dirty="0"/>
              <a:t>, </a:t>
            </a:r>
            <a:r>
              <a:rPr lang="en-US" dirty="0" err="1"/>
              <a:t>massa</a:t>
            </a:r>
            <a:r>
              <a:rPr lang="en-US" dirty="0"/>
              <a:t> </a:t>
            </a:r>
            <a:r>
              <a:rPr lang="en-US" dirty="0" err="1"/>
              <a:t>purus</a:t>
            </a:r>
            <a:r>
              <a:rPr lang="en-US" dirty="0"/>
              <a:t> vestibulum dui, sed semper ligula </a:t>
            </a:r>
            <a:r>
              <a:rPr lang="en-US" dirty="0" err="1"/>
              <a:t>velit</a:t>
            </a:r>
            <a:r>
              <a:rPr lang="en-US" dirty="0"/>
              <a:t> at </a:t>
            </a:r>
            <a:r>
              <a:rPr lang="en-US" dirty="0" err="1"/>
              <a:t>enim</a:t>
            </a:r>
            <a:r>
              <a:rPr lang="en-US" dirty="0"/>
              <a:t>. Vestibulum ante ipsum </a:t>
            </a:r>
            <a:r>
              <a:rPr lang="en-US" dirty="0" err="1"/>
              <a:t>primis</a:t>
            </a:r>
            <a:r>
              <a:rPr lang="en-US" dirty="0"/>
              <a:t> in </a:t>
            </a:r>
            <a:r>
              <a:rPr lang="en-US" dirty="0" err="1"/>
              <a:t>faucibus</a:t>
            </a:r>
            <a:r>
              <a:rPr lang="en-US" dirty="0"/>
              <a:t> </a:t>
            </a:r>
            <a:r>
              <a:rPr lang="en-US" dirty="0" err="1"/>
              <a:t>orci</a:t>
            </a:r>
            <a:r>
              <a:rPr lang="en-US" dirty="0"/>
              <a:t> </a:t>
            </a:r>
            <a:r>
              <a:rPr lang="en-US" dirty="0" err="1"/>
              <a:t>luctus</a:t>
            </a:r>
            <a:r>
              <a:rPr lang="en-US" dirty="0"/>
              <a:t> et </a:t>
            </a:r>
            <a:r>
              <a:rPr lang="en-US" dirty="0" err="1"/>
              <a:t>ultrices</a:t>
            </a:r>
            <a:r>
              <a:rPr lang="en-US" dirty="0"/>
              <a:t> </a:t>
            </a:r>
            <a:r>
              <a:rPr lang="en-US" dirty="0" err="1"/>
              <a:t>posuere</a:t>
            </a:r>
            <a:r>
              <a:rPr lang="en-US" dirty="0"/>
              <a:t> </a:t>
            </a:r>
            <a:r>
              <a:rPr lang="en-US" dirty="0" err="1"/>
              <a:t>cubilia</a:t>
            </a:r>
            <a:r>
              <a:rPr lang="en-US" dirty="0"/>
              <a:t> curae; Duis </a:t>
            </a:r>
            <a:r>
              <a:rPr lang="en-US" dirty="0" err="1"/>
              <a:t>eget</a:t>
            </a:r>
            <a:r>
              <a:rPr lang="en-US" dirty="0"/>
              <a:t> tempus </a:t>
            </a:r>
            <a:r>
              <a:rPr lang="en-US" dirty="0" err="1"/>
              <a:t>tortor</a:t>
            </a:r>
            <a:r>
              <a:rPr lang="en-US" dirty="0"/>
              <a:t>. </a:t>
            </a:r>
            <a:r>
              <a:rPr lang="en-US" dirty="0" err="1"/>
              <a:t>Curabitur</a:t>
            </a:r>
            <a:r>
              <a:rPr lang="en-US" dirty="0"/>
              <a:t> </a:t>
            </a:r>
            <a:r>
              <a:rPr lang="en-US" dirty="0" err="1"/>
              <a:t>dignissim</a:t>
            </a:r>
            <a:r>
              <a:rPr lang="en-US" dirty="0"/>
              <a:t> </a:t>
            </a:r>
            <a:r>
              <a:rPr lang="en-US" dirty="0" err="1"/>
              <a:t>luctus</a:t>
            </a:r>
            <a:r>
              <a:rPr lang="en-US" dirty="0"/>
              <a:t> tempus. Integer </a:t>
            </a:r>
            <a:r>
              <a:rPr lang="en-US" dirty="0" err="1"/>
              <a:t>quis</a:t>
            </a:r>
            <a:r>
              <a:rPr lang="en-US" dirty="0"/>
              <a:t> ipsum </a:t>
            </a:r>
            <a:r>
              <a:rPr lang="en-US" dirty="0" err="1"/>
              <a:t>ut</a:t>
            </a:r>
            <a:r>
              <a:rPr lang="en-US" dirty="0"/>
              <a:t> </a:t>
            </a:r>
            <a:r>
              <a:rPr lang="en-US" dirty="0" err="1"/>
              <a:t>sapien</a:t>
            </a:r>
            <a:r>
              <a:rPr lang="en-US" dirty="0"/>
              <a:t> </a:t>
            </a:r>
            <a:r>
              <a:rPr lang="en-US" dirty="0" err="1"/>
              <a:t>porttitor</a:t>
            </a:r>
            <a:r>
              <a:rPr lang="en-US" dirty="0"/>
              <a:t> </a:t>
            </a:r>
            <a:r>
              <a:rPr lang="en-US" dirty="0" err="1"/>
              <a:t>accumsan</a:t>
            </a:r>
            <a:r>
              <a:rPr lang="en-US" dirty="0"/>
              <a:t> ac </a:t>
            </a:r>
            <a:r>
              <a:rPr lang="en-US" dirty="0" err="1"/>
              <a:t>eu</a:t>
            </a:r>
            <a:r>
              <a:rPr lang="en-US" dirty="0"/>
              <a:t> </a:t>
            </a:r>
            <a:r>
              <a:rPr lang="en-US" dirty="0" err="1"/>
              <a:t>elit</a:t>
            </a:r>
            <a:r>
              <a:rPr lang="en-US" dirty="0"/>
              <a:t>.</a:t>
            </a:r>
          </a:p>
          <a:p>
            <a:endParaRPr lang="en-US" dirty="0"/>
          </a:p>
          <a:p>
            <a:r>
              <a:rPr lang="en-US" dirty="0"/>
              <a:t>Author Website: </a:t>
            </a:r>
            <a:r>
              <a:rPr lang="en-US" dirty="0" err="1"/>
              <a:t>AuthorSiteLink</a:t>
            </a:r>
            <a:endParaRPr lang="en-US" dirty="0"/>
          </a:p>
        </p:txBody>
      </p:sp>
    </p:spTree>
    <p:extLst>
      <p:ext uri="{BB962C8B-B14F-4D97-AF65-F5344CB8AC3E}">
        <p14:creationId xmlns:p14="http://schemas.microsoft.com/office/powerpoint/2010/main" val="98258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3646F9F8-BAE8-6282-0695-EDF48F2FC7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634467F-FCA9-8164-DB11-69ED390EA262}"/>
              </a:ext>
            </a:extLst>
          </p:cNvPr>
          <p:cNvSpPr txBox="1"/>
          <p:nvPr/>
        </p:nvSpPr>
        <p:spPr>
          <a:xfrm>
            <a:off x="5068128" y="176860"/>
            <a:ext cx="1722098" cy="36576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ABA7BDBF-B06C-35A8-70A5-700572A2E83A}"/>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282DCB0C-191C-94D8-88B5-5C201C0921C7}"/>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7334A764-B764-9C49-2F34-DFBFF74A65B6}"/>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089E90B5-81D1-DB5A-50CA-7298569315BC}"/>
              </a:ext>
            </a:extLst>
          </p:cNvPr>
          <p:cNvSpPr txBox="1"/>
          <p:nvPr/>
        </p:nvSpPr>
        <p:spPr>
          <a:xfrm>
            <a:off x="865771" y="173612"/>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54A0B24E-40BA-8504-27E4-B648C5ABF3F7}"/>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F1694AA9-187F-B480-67CE-E28CF939E992}"/>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32571D00-5915-EB61-404C-EA5B2AC8A069}"/>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A15D47C6-5019-68D9-6C5C-793B773B3C5D}"/>
              </a:ext>
            </a:extLst>
          </p:cNvPr>
          <p:cNvSpPr txBox="1"/>
          <p:nvPr/>
        </p:nvSpPr>
        <p:spPr>
          <a:xfrm>
            <a:off x="5384463" y="941151"/>
            <a:ext cx="1511638" cy="369332"/>
          </a:xfrm>
          <a:prstGeom prst="rect">
            <a:avLst/>
          </a:prstGeom>
          <a:noFill/>
          <a:ln>
            <a:noFill/>
          </a:ln>
        </p:spPr>
        <p:txBody>
          <a:bodyPr wrap="square" rtlCol="0">
            <a:spAutoFit/>
          </a:bodyPr>
          <a:lstStyle/>
          <a:p>
            <a:r>
              <a:rPr lang="en-US" dirty="0"/>
              <a:t>---- Fun ----</a:t>
            </a:r>
          </a:p>
        </p:txBody>
      </p:sp>
      <p:sp>
        <p:nvSpPr>
          <p:cNvPr id="2" name="TextBox 1">
            <a:extLst>
              <a:ext uri="{FF2B5EF4-FFF2-40B4-BE49-F238E27FC236}">
                <a16:creationId xmlns:a16="http://schemas.microsoft.com/office/drawing/2014/main" id="{69375D29-CEFC-2A53-AB25-4C0458BE2B8B}"/>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
        <p:nvSpPr>
          <p:cNvPr id="3" name="TextBox 2">
            <a:extLst>
              <a:ext uri="{FF2B5EF4-FFF2-40B4-BE49-F238E27FC236}">
                <a16:creationId xmlns:a16="http://schemas.microsoft.com/office/drawing/2014/main" id="{7D971093-D21A-DA89-E604-E31D537CA937}"/>
              </a:ext>
            </a:extLst>
          </p:cNvPr>
          <p:cNvSpPr txBox="1"/>
          <p:nvPr/>
        </p:nvSpPr>
        <p:spPr>
          <a:xfrm>
            <a:off x="86577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Home</a:t>
            </a:r>
          </a:p>
        </p:txBody>
      </p:sp>
      <p:sp>
        <p:nvSpPr>
          <p:cNvPr id="5" name="TextBox 4">
            <a:extLst>
              <a:ext uri="{FF2B5EF4-FFF2-40B4-BE49-F238E27FC236}">
                <a16:creationId xmlns:a16="http://schemas.microsoft.com/office/drawing/2014/main" id="{4570F7DA-C057-E7D5-3993-C17C4E6FBBC1}"/>
              </a:ext>
            </a:extLst>
          </p:cNvPr>
          <p:cNvSpPr txBox="1"/>
          <p:nvPr/>
        </p:nvSpPr>
        <p:spPr>
          <a:xfrm>
            <a:off x="865772" y="1714500"/>
            <a:ext cx="1496430" cy="3693319"/>
          </a:xfrm>
          <a:prstGeom prst="rect">
            <a:avLst/>
          </a:prstGeom>
          <a:noFill/>
          <a:ln>
            <a:solidFill>
              <a:schemeClr val="tx1"/>
            </a:solidFill>
          </a:ln>
        </p:spPr>
        <p:txBody>
          <a:bodyPr wrap="square" rtlCol="0">
            <a:spAutoFit/>
          </a:bodyPr>
          <a:lstStyle/>
          <a:p>
            <a:r>
              <a:rPr lang="en-US" u="sng" dirty="0"/>
              <a:t>Ringtones</a:t>
            </a:r>
          </a:p>
          <a:p>
            <a:endParaRPr lang="en-US" u="sng" dirty="0"/>
          </a:p>
          <a:p>
            <a:r>
              <a:rPr lang="en-US" u="sng" dirty="0"/>
              <a:t>Trivia</a:t>
            </a:r>
          </a:p>
          <a:p>
            <a:endParaRPr lang="en-US" u="sng" dirty="0"/>
          </a:p>
          <a:p>
            <a:r>
              <a:rPr lang="en-US" u="sng" dirty="0" err="1"/>
              <a:t>FanFic</a:t>
            </a:r>
            <a:br>
              <a:rPr lang="en-US" u="sng" dirty="0"/>
            </a:br>
            <a:r>
              <a:rPr lang="en-US" u="sng" dirty="0"/>
              <a:t>(Coming Soon) </a:t>
            </a:r>
          </a:p>
          <a:p>
            <a:endParaRPr lang="en-US" u="sng" dirty="0"/>
          </a:p>
          <a:p>
            <a:r>
              <a:rPr lang="en-US" u="sng" dirty="0"/>
              <a:t>Fan Essays</a:t>
            </a:r>
            <a:br>
              <a:rPr lang="en-US" u="sng" dirty="0"/>
            </a:br>
            <a:r>
              <a:rPr lang="en-US" u="sng" dirty="0"/>
              <a:t>(Coming Soon)</a:t>
            </a:r>
          </a:p>
          <a:p>
            <a:endParaRPr lang="en-US" u="sng" dirty="0"/>
          </a:p>
          <a:p>
            <a:endParaRPr lang="en-US" u="sng" dirty="0"/>
          </a:p>
        </p:txBody>
      </p:sp>
      <p:pic>
        <p:nvPicPr>
          <p:cNvPr id="7" name="Graphic 6" descr="Speaker phone outline">
            <a:extLst>
              <a:ext uri="{FF2B5EF4-FFF2-40B4-BE49-F238E27FC236}">
                <a16:creationId xmlns:a16="http://schemas.microsoft.com/office/drawing/2014/main" id="{9DCAEAA2-10BB-9B8D-546F-9C1632559E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62325" y="1638300"/>
            <a:ext cx="914400" cy="914400"/>
          </a:xfrm>
          <a:prstGeom prst="rect">
            <a:avLst/>
          </a:prstGeom>
        </p:spPr>
      </p:pic>
      <p:sp>
        <p:nvSpPr>
          <p:cNvPr id="9" name="TextBox 8">
            <a:extLst>
              <a:ext uri="{FF2B5EF4-FFF2-40B4-BE49-F238E27FC236}">
                <a16:creationId xmlns:a16="http://schemas.microsoft.com/office/drawing/2014/main" id="{08EFAAD6-CA23-F6FC-C1D6-4590E1807FBE}"/>
              </a:ext>
            </a:extLst>
          </p:cNvPr>
          <p:cNvSpPr txBox="1"/>
          <p:nvPr/>
        </p:nvSpPr>
        <p:spPr>
          <a:xfrm>
            <a:off x="4276725" y="1638300"/>
            <a:ext cx="7036556" cy="2585323"/>
          </a:xfrm>
          <a:prstGeom prst="rect">
            <a:avLst/>
          </a:prstGeom>
          <a:noFill/>
        </p:spPr>
        <p:txBody>
          <a:bodyPr wrap="square" rtlCol="0">
            <a:spAutoFit/>
          </a:bodyPr>
          <a:lstStyle/>
          <a:p>
            <a:r>
              <a:rPr lang="en-US" dirty="0"/>
              <a:t>Ring tones:</a:t>
            </a:r>
          </a:p>
          <a:p>
            <a:endParaRPr lang="en-US" dirty="0"/>
          </a:p>
          <a:p>
            <a:r>
              <a:rPr lang="en-US" dirty="0"/>
              <a:t>Ringtone01	Ringtone02	Ringtone03	Ringtone04</a:t>
            </a:r>
          </a:p>
          <a:p>
            <a:r>
              <a:rPr lang="en-US" dirty="0"/>
              <a:t>Ringtone05	Ringtone06	Ringtone07	Ringtone08</a:t>
            </a:r>
          </a:p>
          <a:p>
            <a:r>
              <a:rPr lang="en-US" dirty="0"/>
              <a:t>Ringtone09	Ringtone10	Ringtone11	Ringtone12</a:t>
            </a:r>
          </a:p>
          <a:p>
            <a:r>
              <a:rPr lang="en-US" dirty="0"/>
              <a:t>Ringtone13	Ringtone14	Ringtone15	Ringtone16</a:t>
            </a:r>
          </a:p>
          <a:p>
            <a:r>
              <a:rPr lang="en-US" dirty="0"/>
              <a:t>Ringtone17	Ringtone18	Ringtone19	Ringtone20</a:t>
            </a:r>
          </a:p>
          <a:p>
            <a:r>
              <a:rPr lang="en-US" dirty="0"/>
              <a:t>Ringtone21	Ringtone22	Ringtone23	Ringtone24</a:t>
            </a:r>
          </a:p>
          <a:p>
            <a:endParaRPr lang="en-US" dirty="0"/>
          </a:p>
        </p:txBody>
      </p:sp>
      <p:pic>
        <p:nvPicPr>
          <p:cNvPr id="20" name="Graphic 19" descr="Customer review outline">
            <a:extLst>
              <a:ext uri="{FF2B5EF4-FFF2-40B4-BE49-F238E27FC236}">
                <a16:creationId xmlns:a16="http://schemas.microsoft.com/office/drawing/2014/main" id="{EE267454-DE88-7583-53AD-37B85CF22E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62325" y="4094240"/>
            <a:ext cx="914400" cy="914400"/>
          </a:xfrm>
          <a:prstGeom prst="rect">
            <a:avLst/>
          </a:prstGeom>
        </p:spPr>
      </p:pic>
      <p:sp>
        <p:nvSpPr>
          <p:cNvPr id="21" name="TextBox 20">
            <a:extLst>
              <a:ext uri="{FF2B5EF4-FFF2-40B4-BE49-F238E27FC236}">
                <a16:creationId xmlns:a16="http://schemas.microsoft.com/office/drawing/2014/main" id="{8F7D5893-FCEF-B6B6-C76B-3F0A48B56EF4}"/>
              </a:ext>
            </a:extLst>
          </p:cNvPr>
          <p:cNvSpPr txBox="1"/>
          <p:nvPr/>
        </p:nvSpPr>
        <p:spPr>
          <a:xfrm>
            <a:off x="4276725" y="4095750"/>
            <a:ext cx="7036556" cy="2585323"/>
          </a:xfrm>
          <a:prstGeom prst="rect">
            <a:avLst/>
          </a:prstGeom>
          <a:noFill/>
        </p:spPr>
        <p:txBody>
          <a:bodyPr wrap="square" rtlCol="0">
            <a:spAutoFit/>
          </a:bodyPr>
          <a:lstStyle/>
          <a:p>
            <a:r>
              <a:rPr lang="en-US" dirty="0"/>
              <a:t>Trivia:</a:t>
            </a:r>
          </a:p>
          <a:p>
            <a:endParaRPr lang="en-US" dirty="0"/>
          </a:p>
          <a:p>
            <a:r>
              <a:rPr lang="en-US" dirty="0"/>
              <a:t>Trivia Q1Lorem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a:p>
            <a:r>
              <a:rPr lang="en-US" dirty="0"/>
              <a:t>Trivia Q2Lorem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r>
              <a:rPr lang="en-US" dirty="0"/>
              <a:t>Trivia Q3Lorem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r>
              <a:rPr lang="en-US" dirty="0"/>
              <a:t>Trivia Q4Lorem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r>
              <a:rPr lang="en-US" dirty="0"/>
              <a:t>Trivia Q5Lorem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r>
              <a:rPr lang="en-US" dirty="0"/>
              <a:t>Trivia Q6Lorem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endParaRPr lang="en-US" dirty="0"/>
          </a:p>
          <a:p>
            <a:endParaRPr lang="en-US" dirty="0"/>
          </a:p>
        </p:txBody>
      </p:sp>
    </p:spTree>
    <p:extLst>
      <p:ext uri="{BB962C8B-B14F-4D97-AF65-F5344CB8AC3E}">
        <p14:creationId xmlns:p14="http://schemas.microsoft.com/office/powerpoint/2010/main" val="1457501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4DD8B2DD-4C8C-88AC-42B9-7BA0BAC5B0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24CBC1-C927-AF39-0D82-3B42960A50DD}"/>
              </a:ext>
            </a:extLst>
          </p:cNvPr>
          <p:cNvSpPr txBox="1"/>
          <p:nvPr/>
        </p:nvSpPr>
        <p:spPr>
          <a:xfrm>
            <a:off x="5068128" y="176860"/>
            <a:ext cx="1722098" cy="365760"/>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Other Mediums</a:t>
            </a:r>
          </a:p>
        </p:txBody>
      </p:sp>
      <p:sp>
        <p:nvSpPr>
          <p:cNvPr id="8" name="TextBox 7">
            <a:extLst>
              <a:ext uri="{FF2B5EF4-FFF2-40B4-BE49-F238E27FC236}">
                <a16:creationId xmlns:a16="http://schemas.microsoft.com/office/drawing/2014/main" id="{14C20221-123D-157F-6351-7AE1C4FC441B}"/>
              </a:ext>
            </a:extLst>
          </p:cNvPr>
          <p:cNvSpPr txBox="1"/>
          <p:nvPr/>
        </p:nvSpPr>
        <p:spPr>
          <a:xfrm>
            <a:off x="6789913" y="176863"/>
            <a:ext cx="194553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About the Author</a:t>
            </a:r>
          </a:p>
        </p:txBody>
      </p:sp>
      <p:sp>
        <p:nvSpPr>
          <p:cNvPr id="10" name="TextBox 9">
            <a:extLst>
              <a:ext uri="{FF2B5EF4-FFF2-40B4-BE49-F238E27FC236}">
                <a16:creationId xmlns:a16="http://schemas.microsoft.com/office/drawing/2014/main" id="{D223BA93-D64A-9C06-ADCB-C86CBEC6156C}"/>
              </a:ext>
            </a:extLst>
          </p:cNvPr>
          <p:cNvSpPr txBox="1"/>
          <p:nvPr/>
        </p:nvSpPr>
        <p:spPr>
          <a:xfrm>
            <a:off x="2976664" y="173616"/>
            <a:ext cx="208850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Books/Audio Books</a:t>
            </a:r>
          </a:p>
        </p:txBody>
      </p:sp>
      <p:sp>
        <p:nvSpPr>
          <p:cNvPr id="11" name="TextBox 10">
            <a:extLst>
              <a:ext uri="{FF2B5EF4-FFF2-40B4-BE49-F238E27FC236}">
                <a16:creationId xmlns:a16="http://schemas.microsoft.com/office/drawing/2014/main" id="{65E5F159-6342-9597-10FA-4682A1D3EDA8}"/>
              </a:ext>
            </a:extLst>
          </p:cNvPr>
          <p:cNvSpPr txBox="1"/>
          <p:nvPr/>
        </p:nvSpPr>
        <p:spPr>
          <a:xfrm>
            <a:off x="8732814" y="173607"/>
            <a:ext cx="56683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Fun</a:t>
            </a:r>
          </a:p>
        </p:txBody>
      </p:sp>
      <p:sp>
        <p:nvSpPr>
          <p:cNvPr id="12" name="TextBox 11">
            <a:extLst>
              <a:ext uri="{FF2B5EF4-FFF2-40B4-BE49-F238E27FC236}">
                <a16:creationId xmlns:a16="http://schemas.microsoft.com/office/drawing/2014/main" id="{31A9277D-9DFE-1D9F-8673-C2F07D7AE61B}"/>
              </a:ext>
            </a:extLst>
          </p:cNvPr>
          <p:cNvSpPr txBox="1"/>
          <p:nvPr/>
        </p:nvSpPr>
        <p:spPr>
          <a:xfrm>
            <a:off x="865771" y="173612"/>
            <a:ext cx="78993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Home</a:t>
            </a:r>
          </a:p>
        </p:txBody>
      </p:sp>
      <p:sp>
        <p:nvSpPr>
          <p:cNvPr id="13" name="TextBox 12">
            <a:extLst>
              <a:ext uri="{FF2B5EF4-FFF2-40B4-BE49-F238E27FC236}">
                <a16:creationId xmlns:a16="http://schemas.microsoft.com/office/drawing/2014/main" id="{15251DA3-D928-668D-8836-EB8ACCB4DF5C}"/>
              </a:ext>
            </a:extLst>
          </p:cNvPr>
          <p:cNvSpPr txBox="1"/>
          <p:nvPr/>
        </p:nvSpPr>
        <p:spPr>
          <a:xfrm>
            <a:off x="10001288" y="173609"/>
            <a:ext cx="1311993"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Contact Us</a:t>
            </a:r>
          </a:p>
        </p:txBody>
      </p:sp>
      <p:sp>
        <p:nvSpPr>
          <p:cNvPr id="14" name="TextBox 13">
            <a:extLst>
              <a:ext uri="{FF2B5EF4-FFF2-40B4-BE49-F238E27FC236}">
                <a16:creationId xmlns:a16="http://schemas.microsoft.com/office/drawing/2014/main" id="{1A83A057-E5C3-A57F-3A7D-08C2761DDE94}"/>
              </a:ext>
            </a:extLst>
          </p:cNvPr>
          <p:cNvSpPr txBox="1"/>
          <p:nvPr/>
        </p:nvSpPr>
        <p:spPr>
          <a:xfrm>
            <a:off x="1653700" y="176860"/>
            <a:ext cx="1326498"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Heroes</a:t>
            </a:r>
          </a:p>
        </p:txBody>
      </p:sp>
      <p:sp>
        <p:nvSpPr>
          <p:cNvPr id="15" name="TextBox 14">
            <a:extLst>
              <a:ext uri="{FF2B5EF4-FFF2-40B4-BE49-F238E27FC236}">
                <a16:creationId xmlns:a16="http://schemas.microsoft.com/office/drawing/2014/main" id="{821DF64B-002C-8D84-35A7-26766A2507CD}"/>
              </a:ext>
            </a:extLst>
          </p:cNvPr>
          <p:cNvSpPr txBox="1"/>
          <p:nvPr/>
        </p:nvSpPr>
        <p:spPr>
          <a:xfrm>
            <a:off x="9299654" y="173609"/>
            <a:ext cx="704262"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Links</a:t>
            </a:r>
          </a:p>
        </p:txBody>
      </p:sp>
      <p:sp>
        <p:nvSpPr>
          <p:cNvPr id="16" name="TextBox 15">
            <a:extLst>
              <a:ext uri="{FF2B5EF4-FFF2-40B4-BE49-F238E27FC236}">
                <a16:creationId xmlns:a16="http://schemas.microsoft.com/office/drawing/2014/main" id="{26A334DE-3D39-B32C-F657-67B10F1521DF}"/>
              </a:ext>
            </a:extLst>
          </p:cNvPr>
          <p:cNvSpPr txBox="1"/>
          <p:nvPr/>
        </p:nvSpPr>
        <p:spPr>
          <a:xfrm>
            <a:off x="5393988" y="941151"/>
            <a:ext cx="1511638" cy="369332"/>
          </a:xfrm>
          <a:prstGeom prst="rect">
            <a:avLst/>
          </a:prstGeom>
          <a:noFill/>
          <a:ln>
            <a:noFill/>
          </a:ln>
        </p:spPr>
        <p:txBody>
          <a:bodyPr wrap="square" rtlCol="0">
            <a:spAutoFit/>
          </a:bodyPr>
          <a:lstStyle/>
          <a:p>
            <a:r>
              <a:rPr lang="en-US" dirty="0"/>
              <a:t>---- Links ----</a:t>
            </a:r>
          </a:p>
        </p:txBody>
      </p:sp>
      <p:sp>
        <p:nvSpPr>
          <p:cNvPr id="2" name="TextBox 1">
            <a:extLst>
              <a:ext uri="{FF2B5EF4-FFF2-40B4-BE49-F238E27FC236}">
                <a16:creationId xmlns:a16="http://schemas.microsoft.com/office/drawing/2014/main" id="{CD394E15-D665-62BD-1C14-ACC680507A04}"/>
              </a:ext>
            </a:extLst>
          </p:cNvPr>
          <p:cNvSpPr txBox="1"/>
          <p:nvPr/>
        </p:nvSpPr>
        <p:spPr>
          <a:xfrm>
            <a:off x="981685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to Top</a:t>
            </a:r>
          </a:p>
        </p:txBody>
      </p:sp>
      <p:sp>
        <p:nvSpPr>
          <p:cNvPr id="3" name="TextBox 2">
            <a:extLst>
              <a:ext uri="{FF2B5EF4-FFF2-40B4-BE49-F238E27FC236}">
                <a16:creationId xmlns:a16="http://schemas.microsoft.com/office/drawing/2014/main" id="{751A58B8-E4AD-C8C6-C1ED-FE8D8D800C81}"/>
              </a:ext>
            </a:extLst>
          </p:cNvPr>
          <p:cNvSpPr txBox="1"/>
          <p:nvPr/>
        </p:nvSpPr>
        <p:spPr>
          <a:xfrm>
            <a:off x="865771" y="6471150"/>
            <a:ext cx="1496430" cy="369332"/>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Return Home</a:t>
            </a:r>
          </a:p>
        </p:txBody>
      </p:sp>
      <p:sp>
        <p:nvSpPr>
          <p:cNvPr id="5" name="TextBox 4">
            <a:extLst>
              <a:ext uri="{FF2B5EF4-FFF2-40B4-BE49-F238E27FC236}">
                <a16:creationId xmlns:a16="http://schemas.microsoft.com/office/drawing/2014/main" id="{1E4AE3E1-B1BD-F178-9C81-26BCA92C7D3D}"/>
              </a:ext>
            </a:extLst>
          </p:cNvPr>
          <p:cNvSpPr txBox="1"/>
          <p:nvPr/>
        </p:nvSpPr>
        <p:spPr>
          <a:xfrm>
            <a:off x="865771" y="1466850"/>
            <a:ext cx="10447511" cy="2862322"/>
          </a:xfrm>
          <a:prstGeom prst="rect">
            <a:avLst/>
          </a:prstGeom>
          <a:noFill/>
        </p:spPr>
        <p:txBody>
          <a:bodyPr wrap="square" rtlCol="0">
            <a:spAutoFit/>
          </a:bodyPr>
          <a:lstStyle/>
          <a:p>
            <a:r>
              <a:rPr lang="en-US" dirty="0"/>
              <a:t>Author website</a:t>
            </a:r>
          </a:p>
          <a:p>
            <a:r>
              <a:rPr lang="en-US" dirty="0"/>
              <a:t>Audible website</a:t>
            </a:r>
          </a:p>
          <a:p>
            <a:r>
              <a:rPr lang="en-US" dirty="0" err="1"/>
              <a:t>Soundbooth</a:t>
            </a:r>
            <a:r>
              <a:rPr lang="en-US" dirty="0"/>
              <a:t> Theatre website</a:t>
            </a:r>
          </a:p>
          <a:p>
            <a:r>
              <a:rPr lang="en-US" dirty="0"/>
              <a:t>TTRPG link</a:t>
            </a:r>
          </a:p>
          <a:p>
            <a:r>
              <a:rPr lang="en-US" dirty="0"/>
              <a:t>Wiki</a:t>
            </a:r>
          </a:p>
          <a:p>
            <a:r>
              <a:rPr lang="en-US" dirty="0"/>
              <a:t>Review links</a:t>
            </a:r>
          </a:p>
          <a:p>
            <a:r>
              <a:rPr lang="en-US" dirty="0"/>
              <a:t>Review links 2</a:t>
            </a:r>
          </a:p>
          <a:p>
            <a:r>
              <a:rPr lang="en-US" dirty="0"/>
              <a:t>Article link </a:t>
            </a:r>
          </a:p>
          <a:p>
            <a:r>
              <a:rPr lang="en-US" dirty="0"/>
              <a:t>Article link 2</a:t>
            </a:r>
          </a:p>
          <a:p>
            <a:endParaRPr lang="en-US" dirty="0"/>
          </a:p>
        </p:txBody>
      </p:sp>
    </p:spTree>
    <p:extLst>
      <p:ext uri="{BB962C8B-B14F-4D97-AF65-F5344CB8AC3E}">
        <p14:creationId xmlns:p14="http://schemas.microsoft.com/office/powerpoint/2010/main" val="1951096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c1bd924-0a6a-4aa9-aa89-c980316c0449}" enabled="0" method="" siteId="{ec1bd924-0a6a-4aa9-aa89-c980316c0449}" removed="1"/>
</clbl:labelList>
</file>

<file path=docProps/app.xml><?xml version="1.0" encoding="utf-8"?>
<Properties xmlns="http://schemas.openxmlformats.org/officeDocument/2006/extended-properties" xmlns:vt="http://schemas.openxmlformats.org/officeDocument/2006/docPropsVTypes">
  <TotalTime>1196</TotalTime>
  <Words>1254</Words>
  <Application>Microsoft Office PowerPoint</Application>
  <PresentationFormat>Widescreen</PresentationFormat>
  <Paragraphs>174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Ronald Narine</dc:creator>
  <cp:lastModifiedBy>Ronald Narine</cp:lastModifiedBy>
  <cp:revision>1</cp:revision>
  <dcterms:created xsi:type="dcterms:W3CDTF">2026-02-01T20:42:06Z</dcterms:created>
  <dcterms:modified xsi:type="dcterms:W3CDTF">2026-02-05T14:30:08Z</dcterms:modified>
</cp:coreProperties>
</file>